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5"/>
  </p:sldMasterIdLst>
  <p:notesMasterIdLst>
    <p:notesMasterId r:id="rId14"/>
  </p:notesMasterIdLst>
  <p:sldIdLst>
    <p:sldId id="256" r:id="rId6"/>
    <p:sldId id="278" r:id="rId7"/>
    <p:sldId id="277" r:id="rId8"/>
    <p:sldId id="271" r:id="rId9"/>
    <p:sldId id="284" r:id="rId10"/>
    <p:sldId id="283" r:id="rId11"/>
    <p:sldId id="273" r:id="rId12"/>
    <p:sldId id="272"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822"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tableStyles" Target="tableStyles.xml"/><Relationship Id="rId3" Type="http://schemas.openxmlformats.org/officeDocument/2006/relationships/customXml" Target="../customXml/item3.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presProps" Target="presProps.xml"/><Relationship Id="rId10" Type="http://schemas.openxmlformats.org/officeDocument/2006/relationships/slide" Target="slides/slide5.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notesMaster" Target="notesMasters/notesMaster1.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350B2E0-7BF2-48A9-935A-3935263916E9}" type="doc">
      <dgm:prSet loTypeId="urn:microsoft.com/office/officeart/2005/8/layout/process1" loCatId="process" qsTypeId="urn:microsoft.com/office/officeart/2005/8/quickstyle/simple1" qsCatId="simple" csTypeId="urn:microsoft.com/office/officeart/2005/8/colors/accent1_2" csCatId="accent1" phldr="1"/>
      <dgm:spPr/>
    </dgm:pt>
    <dgm:pt modelId="{87AA870D-950B-413C-B66F-B90C1F73F992}">
      <dgm:prSet phldrT="[Text]"/>
      <dgm:spPr/>
      <dgm:t>
        <a:bodyPr/>
        <a:lstStyle/>
        <a:p>
          <a:r>
            <a:rPr lang="en-GB"/>
            <a:t>Source data</a:t>
          </a:r>
        </a:p>
      </dgm:t>
    </dgm:pt>
    <dgm:pt modelId="{6737A936-51C7-4E78-B4DF-18CA2D676138}" type="parTrans" cxnId="{0C159F22-1368-40CA-B351-640BDD962F2B}">
      <dgm:prSet/>
      <dgm:spPr/>
      <dgm:t>
        <a:bodyPr/>
        <a:lstStyle/>
        <a:p>
          <a:endParaRPr lang="en-GB"/>
        </a:p>
      </dgm:t>
    </dgm:pt>
    <dgm:pt modelId="{450F269D-1655-4632-B58E-7CF27FF62B62}" type="sibTrans" cxnId="{0C159F22-1368-40CA-B351-640BDD962F2B}">
      <dgm:prSet/>
      <dgm:spPr/>
      <dgm:t>
        <a:bodyPr/>
        <a:lstStyle/>
        <a:p>
          <a:endParaRPr lang="en-GB"/>
        </a:p>
      </dgm:t>
    </dgm:pt>
    <dgm:pt modelId="{B2137E80-67B1-406D-9A2B-E71F2A1F022F}">
      <dgm:prSet phldrT="[Text]"/>
      <dgm:spPr/>
      <dgm:t>
        <a:bodyPr/>
        <a:lstStyle/>
        <a:p>
          <a:r>
            <a:rPr lang="en-GB"/>
            <a:t>NDP</a:t>
          </a:r>
        </a:p>
      </dgm:t>
    </dgm:pt>
    <dgm:pt modelId="{0B000EFC-9361-400C-8013-F3A6329AEDE6}" type="parTrans" cxnId="{5EED2F3F-3CAB-4295-B0BE-D08FEA37FD0B}">
      <dgm:prSet/>
      <dgm:spPr/>
      <dgm:t>
        <a:bodyPr/>
        <a:lstStyle/>
        <a:p>
          <a:endParaRPr lang="en-GB"/>
        </a:p>
      </dgm:t>
    </dgm:pt>
    <dgm:pt modelId="{01D99320-4DB4-4D7E-82FA-7E0F5FA40284}" type="sibTrans" cxnId="{5EED2F3F-3CAB-4295-B0BE-D08FEA37FD0B}">
      <dgm:prSet/>
      <dgm:spPr/>
      <dgm:t>
        <a:bodyPr/>
        <a:lstStyle/>
        <a:p>
          <a:endParaRPr lang="en-GB"/>
        </a:p>
      </dgm:t>
    </dgm:pt>
    <dgm:pt modelId="{60D1C4DC-C1FD-4E71-9815-916699D059A8}">
      <dgm:prSet phldrT="[Text]"/>
      <dgm:spPr/>
      <dgm:t>
        <a:bodyPr/>
        <a:lstStyle/>
        <a:p>
          <a:r>
            <a:rPr lang="en-GB"/>
            <a:t>Power BI</a:t>
          </a:r>
        </a:p>
      </dgm:t>
    </dgm:pt>
    <dgm:pt modelId="{5F14DB5C-5C5F-461F-9CE9-831819698C80}" type="parTrans" cxnId="{90C6F334-DA01-46A9-9169-BF2CFA6B66B5}">
      <dgm:prSet/>
      <dgm:spPr/>
      <dgm:t>
        <a:bodyPr/>
        <a:lstStyle/>
        <a:p>
          <a:endParaRPr lang="en-GB"/>
        </a:p>
      </dgm:t>
    </dgm:pt>
    <dgm:pt modelId="{8D194732-4318-4F73-BF99-71C6FAD50491}" type="sibTrans" cxnId="{90C6F334-DA01-46A9-9169-BF2CFA6B66B5}">
      <dgm:prSet/>
      <dgm:spPr/>
      <dgm:t>
        <a:bodyPr/>
        <a:lstStyle/>
        <a:p>
          <a:endParaRPr lang="en-GB"/>
        </a:p>
      </dgm:t>
    </dgm:pt>
    <dgm:pt modelId="{BAADD024-2B0E-4C13-9B52-AC417C3FC143}" type="pres">
      <dgm:prSet presAssocID="{8350B2E0-7BF2-48A9-935A-3935263916E9}" presName="Name0" presStyleCnt="0">
        <dgm:presLayoutVars>
          <dgm:dir/>
          <dgm:resizeHandles val="exact"/>
        </dgm:presLayoutVars>
      </dgm:prSet>
      <dgm:spPr/>
    </dgm:pt>
    <dgm:pt modelId="{8B4AA850-5CA4-47EA-A79D-DC2EC7147B36}" type="pres">
      <dgm:prSet presAssocID="{87AA870D-950B-413C-B66F-B90C1F73F992}" presName="node" presStyleLbl="node1" presStyleIdx="0" presStyleCnt="3">
        <dgm:presLayoutVars>
          <dgm:bulletEnabled val="1"/>
        </dgm:presLayoutVars>
      </dgm:prSet>
      <dgm:spPr/>
    </dgm:pt>
    <dgm:pt modelId="{DB11AAFA-37FE-4EB6-91F8-067C90A78E5D}" type="pres">
      <dgm:prSet presAssocID="{450F269D-1655-4632-B58E-7CF27FF62B62}" presName="sibTrans" presStyleLbl="sibTrans2D1" presStyleIdx="0" presStyleCnt="2"/>
      <dgm:spPr/>
    </dgm:pt>
    <dgm:pt modelId="{D023EC4E-F3FE-4E76-8422-1E9232C2C8D5}" type="pres">
      <dgm:prSet presAssocID="{450F269D-1655-4632-B58E-7CF27FF62B62}" presName="connectorText" presStyleLbl="sibTrans2D1" presStyleIdx="0" presStyleCnt="2"/>
      <dgm:spPr/>
    </dgm:pt>
    <dgm:pt modelId="{60131A92-CF24-4A17-9C8E-DFE31CD24F02}" type="pres">
      <dgm:prSet presAssocID="{B2137E80-67B1-406D-9A2B-E71F2A1F022F}" presName="node" presStyleLbl="node1" presStyleIdx="1" presStyleCnt="3">
        <dgm:presLayoutVars>
          <dgm:bulletEnabled val="1"/>
        </dgm:presLayoutVars>
      </dgm:prSet>
      <dgm:spPr/>
    </dgm:pt>
    <dgm:pt modelId="{43E45F90-B7C5-4E5E-B8CA-A2499D9464F4}" type="pres">
      <dgm:prSet presAssocID="{01D99320-4DB4-4D7E-82FA-7E0F5FA40284}" presName="sibTrans" presStyleLbl="sibTrans2D1" presStyleIdx="1" presStyleCnt="2"/>
      <dgm:spPr/>
    </dgm:pt>
    <dgm:pt modelId="{3733E865-A002-4AB1-AC20-8B32F6E237C4}" type="pres">
      <dgm:prSet presAssocID="{01D99320-4DB4-4D7E-82FA-7E0F5FA40284}" presName="connectorText" presStyleLbl="sibTrans2D1" presStyleIdx="1" presStyleCnt="2"/>
      <dgm:spPr/>
    </dgm:pt>
    <dgm:pt modelId="{69532565-41FE-4279-9CD2-ED4576455A73}" type="pres">
      <dgm:prSet presAssocID="{60D1C4DC-C1FD-4E71-9815-916699D059A8}" presName="node" presStyleLbl="node1" presStyleIdx="2" presStyleCnt="3">
        <dgm:presLayoutVars>
          <dgm:bulletEnabled val="1"/>
        </dgm:presLayoutVars>
      </dgm:prSet>
      <dgm:spPr/>
    </dgm:pt>
  </dgm:ptLst>
  <dgm:cxnLst>
    <dgm:cxn modelId="{2270C01A-F452-487A-B894-4C0F85D02FEA}" type="presOf" srcId="{B2137E80-67B1-406D-9A2B-E71F2A1F022F}" destId="{60131A92-CF24-4A17-9C8E-DFE31CD24F02}" srcOrd="0" destOrd="0" presId="urn:microsoft.com/office/officeart/2005/8/layout/process1"/>
    <dgm:cxn modelId="{0C159F22-1368-40CA-B351-640BDD962F2B}" srcId="{8350B2E0-7BF2-48A9-935A-3935263916E9}" destId="{87AA870D-950B-413C-B66F-B90C1F73F992}" srcOrd="0" destOrd="0" parTransId="{6737A936-51C7-4E78-B4DF-18CA2D676138}" sibTransId="{450F269D-1655-4632-B58E-7CF27FF62B62}"/>
    <dgm:cxn modelId="{7D2A9128-5AAF-4431-A132-ED8FA6D3C6A8}" type="presOf" srcId="{450F269D-1655-4632-B58E-7CF27FF62B62}" destId="{D023EC4E-F3FE-4E76-8422-1E9232C2C8D5}" srcOrd="1" destOrd="0" presId="urn:microsoft.com/office/officeart/2005/8/layout/process1"/>
    <dgm:cxn modelId="{90C6F334-DA01-46A9-9169-BF2CFA6B66B5}" srcId="{8350B2E0-7BF2-48A9-935A-3935263916E9}" destId="{60D1C4DC-C1FD-4E71-9815-916699D059A8}" srcOrd="2" destOrd="0" parTransId="{5F14DB5C-5C5F-461F-9CE9-831819698C80}" sibTransId="{8D194732-4318-4F73-BF99-71C6FAD50491}"/>
    <dgm:cxn modelId="{5EED2F3F-3CAB-4295-B0BE-D08FEA37FD0B}" srcId="{8350B2E0-7BF2-48A9-935A-3935263916E9}" destId="{B2137E80-67B1-406D-9A2B-E71F2A1F022F}" srcOrd="1" destOrd="0" parTransId="{0B000EFC-9361-400C-8013-F3A6329AEDE6}" sibTransId="{01D99320-4DB4-4D7E-82FA-7E0F5FA40284}"/>
    <dgm:cxn modelId="{3A977B4B-C1BC-462D-A654-3E3872AA32D7}" type="presOf" srcId="{01D99320-4DB4-4D7E-82FA-7E0F5FA40284}" destId="{3733E865-A002-4AB1-AC20-8B32F6E237C4}" srcOrd="1" destOrd="0" presId="urn:microsoft.com/office/officeart/2005/8/layout/process1"/>
    <dgm:cxn modelId="{C3317AB0-1FB3-4C3F-A458-2A851725F464}" type="presOf" srcId="{450F269D-1655-4632-B58E-7CF27FF62B62}" destId="{DB11AAFA-37FE-4EB6-91F8-067C90A78E5D}" srcOrd="0" destOrd="0" presId="urn:microsoft.com/office/officeart/2005/8/layout/process1"/>
    <dgm:cxn modelId="{6E9179B2-FF7B-41C3-ACEB-5258F3F84062}" type="presOf" srcId="{60D1C4DC-C1FD-4E71-9815-916699D059A8}" destId="{69532565-41FE-4279-9CD2-ED4576455A73}" srcOrd="0" destOrd="0" presId="urn:microsoft.com/office/officeart/2005/8/layout/process1"/>
    <dgm:cxn modelId="{C3BC83BA-554E-433B-A3CC-9F7321C33973}" type="presOf" srcId="{87AA870D-950B-413C-B66F-B90C1F73F992}" destId="{8B4AA850-5CA4-47EA-A79D-DC2EC7147B36}" srcOrd="0" destOrd="0" presId="urn:microsoft.com/office/officeart/2005/8/layout/process1"/>
    <dgm:cxn modelId="{9623CCDC-79B3-4D7E-877A-45F85526F8C9}" type="presOf" srcId="{01D99320-4DB4-4D7E-82FA-7E0F5FA40284}" destId="{43E45F90-B7C5-4E5E-B8CA-A2499D9464F4}" srcOrd="0" destOrd="0" presId="urn:microsoft.com/office/officeart/2005/8/layout/process1"/>
    <dgm:cxn modelId="{BD0CC4EB-A9A8-41F9-A84C-F090CD008FD9}" type="presOf" srcId="{8350B2E0-7BF2-48A9-935A-3935263916E9}" destId="{BAADD024-2B0E-4C13-9B52-AC417C3FC143}" srcOrd="0" destOrd="0" presId="urn:microsoft.com/office/officeart/2005/8/layout/process1"/>
    <dgm:cxn modelId="{97AEDD59-CF16-4608-8F90-64A0065D76C5}" type="presParOf" srcId="{BAADD024-2B0E-4C13-9B52-AC417C3FC143}" destId="{8B4AA850-5CA4-47EA-A79D-DC2EC7147B36}" srcOrd="0" destOrd="0" presId="urn:microsoft.com/office/officeart/2005/8/layout/process1"/>
    <dgm:cxn modelId="{CC2F7275-6E03-496F-8B55-8DF925754E99}" type="presParOf" srcId="{BAADD024-2B0E-4C13-9B52-AC417C3FC143}" destId="{DB11AAFA-37FE-4EB6-91F8-067C90A78E5D}" srcOrd="1" destOrd="0" presId="urn:microsoft.com/office/officeart/2005/8/layout/process1"/>
    <dgm:cxn modelId="{A6181D59-962C-4094-BE19-F3199A15D4F4}" type="presParOf" srcId="{DB11AAFA-37FE-4EB6-91F8-067C90A78E5D}" destId="{D023EC4E-F3FE-4E76-8422-1E9232C2C8D5}" srcOrd="0" destOrd="0" presId="urn:microsoft.com/office/officeart/2005/8/layout/process1"/>
    <dgm:cxn modelId="{6CDDF594-DD3B-4A44-B584-2A53D02ACBA2}" type="presParOf" srcId="{BAADD024-2B0E-4C13-9B52-AC417C3FC143}" destId="{60131A92-CF24-4A17-9C8E-DFE31CD24F02}" srcOrd="2" destOrd="0" presId="urn:microsoft.com/office/officeart/2005/8/layout/process1"/>
    <dgm:cxn modelId="{58ECD813-3668-408B-9822-102EC12AD447}" type="presParOf" srcId="{BAADD024-2B0E-4C13-9B52-AC417C3FC143}" destId="{43E45F90-B7C5-4E5E-B8CA-A2499D9464F4}" srcOrd="3" destOrd="0" presId="urn:microsoft.com/office/officeart/2005/8/layout/process1"/>
    <dgm:cxn modelId="{988FA4BE-4C60-46CE-94B9-2DEF3FACD986}" type="presParOf" srcId="{43E45F90-B7C5-4E5E-B8CA-A2499D9464F4}" destId="{3733E865-A002-4AB1-AC20-8B32F6E237C4}" srcOrd="0" destOrd="0" presId="urn:microsoft.com/office/officeart/2005/8/layout/process1"/>
    <dgm:cxn modelId="{EF936F9F-D744-4D2B-926A-716EFE65010E}" type="presParOf" srcId="{BAADD024-2B0E-4C13-9B52-AC417C3FC143}" destId="{69532565-41FE-4279-9CD2-ED4576455A73}" srcOrd="4" destOrd="0" presId="urn:microsoft.com/office/officeart/2005/8/layout/process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B4AA850-5CA4-47EA-A79D-DC2EC7147B36}">
      <dsp:nvSpPr>
        <dsp:cNvPr id="0" name=""/>
        <dsp:cNvSpPr/>
      </dsp:nvSpPr>
      <dsp:spPr>
        <a:xfrm>
          <a:off x="8785" y="829730"/>
          <a:ext cx="2625857" cy="15755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GB" sz="4300" kern="1200"/>
            <a:t>Source data</a:t>
          </a:r>
        </a:p>
      </dsp:txBody>
      <dsp:txXfrm>
        <a:off x="54930" y="875875"/>
        <a:ext cx="2533567" cy="1483224"/>
      </dsp:txXfrm>
    </dsp:sp>
    <dsp:sp modelId="{DB11AAFA-37FE-4EB6-91F8-067C90A78E5D}">
      <dsp:nvSpPr>
        <dsp:cNvPr id="0" name=""/>
        <dsp:cNvSpPr/>
      </dsp:nvSpPr>
      <dsp:spPr>
        <a:xfrm>
          <a:off x="2897228" y="1291881"/>
          <a:ext cx="556681" cy="651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GB" sz="2900" kern="1200"/>
        </a:p>
      </dsp:txBody>
      <dsp:txXfrm>
        <a:off x="2897228" y="1422123"/>
        <a:ext cx="389677" cy="390728"/>
      </dsp:txXfrm>
    </dsp:sp>
    <dsp:sp modelId="{60131A92-CF24-4A17-9C8E-DFE31CD24F02}">
      <dsp:nvSpPr>
        <dsp:cNvPr id="0" name=""/>
        <dsp:cNvSpPr/>
      </dsp:nvSpPr>
      <dsp:spPr>
        <a:xfrm>
          <a:off x="3684985" y="829730"/>
          <a:ext cx="2625857" cy="15755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GB" sz="4300" kern="1200"/>
            <a:t>NDP</a:t>
          </a:r>
        </a:p>
      </dsp:txBody>
      <dsp:txXfrm>
        <a:off x="3731130" y="875875"/>
        <a:ext cx="2533567" cy="1483224"/>
      </dsp:txXfrm>
    </dsp:sp>
    <dsp:sp modelId="{43E45F90-B7C5-4E5E-B8CA-A2499D9464F4}">
      <dsp:nvSpPr>
        <dsp:cNvPr id="0" name=""/>
        <dsp:cNvSpPr/>
      </dsp:nvSpPr>
      <dsp:spPr>
        <a:xfrm>
          <a:off x="6573428" y="1291881"/>
          <a:ext cx="556681" cy="651212"/>
        </a:xfrm>
        <a:prstGeom prs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1289050">
            <a:lnSpc>
              <a:spcPct val="90000"/>
            </a:lnSpc>
            <a:spcBef>
              <a:spcPct val="0"/>
            </a:spcBef>
            <a:spcAft>
              <a:spcPct val="35000"/>
            </a:spcAft>
            <a:buNone/>
          </a:pPr>
          <a:endParaRPr lang="en-GB" sz="2900" kern="1200"/>
        </a:p>
      </dsp:txBody>
      <dsp:txXfrm>
        <a:off x="6573428" y="1422123"/>
        <a:ext cx="389677" cy="390728"/>
      </dsp:txXfrm>
    </dsp:sp>
    <dsp:sp modelId="{69532565-41FE-4279-9CD2-ED4576455A73}">
      <dsp:nvSpPr>
        <dsp:cNvPr id="0" name=""/>
        <dsp:cNvSpPr/>
      </dsp:nvSpPr>
      <dsp:spPr>
        <a:xfrm>
          <a:off x="7361185" y="829730"/>
          <a:ext cx="2625857" cy="1575514"/>
        </a:xfrm>
        <a:prstGeom prst="roundRect">
          <a:avLst>
            <a:gd name="adj" fmla="val 10000"/>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63830" tIns="163830" rIns="163830" bIns="163830" numCol="1" spcCol="1270" anchor="ctr" anchorCtr="0">
          <a:noAutofit/>
        </a:bodyPr>
        <a:lstStyle/>
        <a:p>
          <a:pPr marL="0" lvl="0" indent="0" algn="ctr" defTabSz="1911350">
            <a:lnSpc>
              <a:spcPct val="90000"/>
            </a:lnSpc>
            <a:spcBef>
              <a:spcPct val="0"/>
            </a:spcBef>
            <a:spcAft>
              <a:spcPct val="35000"/>
            </a:spcAft>
            <a:buNone/>
          </a:pPr>
          <a:r>
            <a:rPr lang="en-GB" sz="4300" kern="1200"/>
            <a:t>Power BI</a:t>
          </a:r>
        </a:p>
      </dsp:txBody>
      <dsp:txXfrm>
        <a:off x="7407330" y="875875"/>
        <a:ext cx="2533567" cy="1483224"/>
      </dsp:txXfrm>
    </dsp:sp>
  </dsp:spTree>
</dsp:drawing>
</file>

<file path=ppt/diagrams/layout1.xml><?xml version="1.0" encoding="utf-8"?>
<dgm:layoutDef xmlns:dgm="http://schemas.openxmlformats.org/drawingml/2006/diagram" xmlns:a="http://schemas.openxmlformats.org/drawingml/2006/main" uniqueId="urn:microsoft.com/office/officeart/2005/8/layout/process1">
  <dgm:title val=""/>
  <dgm:desc val=""/>
  <dgm:catLst>
    <dgm:cat type="process" pri="1000"/>
    <dgm:cat type="convert" pri="15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w" for="ch" ptType="node" refType="w"/>
      <dgm:constr type="h" for="ch" ptType="node" op="equ"/>
      <dgm:constr type="primFontSz" for="ch" ptType="node" op="equ" val="65"/>
      <dgm:constr type="w" for="ch" ptType="sibTrans" refType="w" refFor="ch" refPtType="node" op="equ" fact="0.4"/>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6"/>
          <dgm:constr type="tMarg" refType="primFontSz" fact="0.3"/>
          <dgm:constr type="bMarg" refType="primFontSz" fact="0.3"/>
          <dgm:constr type="lMarg" refType="primFontSz" fact="0.3"/>
          <dgm:constr type="rMarg" refType="primFontSz" fact="0.3"/>
        </dgm:constrLst>
        <dgm:ruleLst>
          <dgm:rule type="primFontSz" val="18" fact="NaN" max="NaN"/>
          <dgm:rule type="h" val="NaN" fact="1.5" max="NaN"/>
          <dgm:rule type="primFontSz" val="5" fact="NaN" max="NaN"/>
          <dgm:rule type="h" val="INF" fact="NaN" max="NaN"/>
        </dgm:ruleLst>
      </dgm:layoutNode>
      <dgm:forEach name="sibTransForEach" axis="followSib" ptType="sibTrans" cnt="1">
        <dgm:layoutNode name="sibTrans">
          <dgm:alg type="conn">
            <dgm:param type="begPts" val="auto"/>
            <dgm:param type="endPts" val="auto"/>
          </dgm:alg>
          <dgm:shape xmlns:r="http://schemas.openxmlformats.org/officeDocument/2006/relationships" type="conn" r:blip="">
            <dgm:adjLst/>
          </dgm:shape>
          <dgm:presOf axis="self"/>
          <dgm:constrLst>
            <dgm:constr type="h" refType="w" fact="0.62"/>
            <dgm:constr type="connDist"/>
            <dgm:constr type="begPad" refType="connDist" fact="0.25"/>
            <dgm:constr type="endPad" refType="connDist" fact="0.22"/>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B65C6CE-422A-480D-8DD5-3F04FE3B23E9}" type="datetimeFigureOut">
              <a:rPr lang="en-GB" smtClean="0"/>
              <a:t>19/08/2026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27B9621-3380-47DC-A527-5727D346EFE3}" type="slidenum">
              <a:rPr lang="en-GB" smtClean="0"/>
              <a:t>‹#›</a:t>
            </a:fld>
            <a:endParaRPr lang="en-GB"/>
          </a:p>
        </p:txBody>
      </p:sp>
    </p:spTree>
    <p:extLst>
      <p:ext uri="{BB962C8B-B14F-4D97-AF65-F5344CB8AC3E}">
        <p14:creationId xmlns:p14="http://schemas.microsoft.com/office/powerpoint/2010/main" val="424894321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fontAlgn="t"/>
            <a:r>
              <a:rPr lang="en-GB" sz="1200" b="0" i="0" kern="1200" dirty="0">
                <a:solidFill>
                  <a:schemeClr val="tx1"/>
                </a:solidFill>
                <a:effectLst/>
                <a:latin typeface="+mn-lt"/>
                <a:ea typeface="+mn-ea"/>
                <a:cs typeface="+mn-cs"/>
              </a:rPr>
              <a:t>Think of the Nest Data Platform as the engine that powers data across Nest. We collect data from many different source systems, process and govern it, and deliver trusted datasets that teams can use for reporting, analytics, and business insights. This helps ensure everyone is working from the same accurate and consistent information.</a:t>
            </a:r>
          </a:p>
        </p:txBody>
      </p:sp>
      <p:sp>
        <p:nvSpPr>
          <p:cNvPr id="4" name="Slide Number Placeholder 3"/>
          <p:cNvSpPr>
            <a:spLocks noGrp="1"/>
          </p:cNvSpPr>
          <p:nvPr>
            <p:ph type="sldNum" sz="quarter" idx="5"/>
          </p:nvPr>
        </p:nvSpPr>
        <p:spPr/>
        <p:txBody>
          <a:bodyPr/>
          <a:lstStyle/>
          <a:p>
            <a:fld id="{327B9621-3380-47DC-A527-5727D346EFE3}" type="slidenum">
              <a:rPr lang="en-GB" smtClean="0"/>
              <a:t>1</a:t>
            </a:fld>
            <a:endParaRPr lang="en-GB"/>
          </a:p>
        </p:txBody>
      </p:sp>
    </p:spTree>
    <p:extLst>
      <p:ext uri="{BB962C8B-B14F-4D97-AF65-F5344CB8AC3E}">
        <p14:creationId xmlns:p14="http://schemas.microsoft.com/office/powerpoint/2010/main" val="34096723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fld id="{EF8761BB-FFC9-41C2-B269-9BC0640D12BD}" type="slidenum">
              <a:rPr kumimoji="0" lang="en-GB" sz="1000" b="0" i="0" u="none" strike="noStrike" kern="1200" cap="none" spc="0" normalizeH="0" baseline="0" noProof="0" smtClean="0">
                <a:ln>
                  <a:noFill/>
                </a:ln>
                <a:solidFill>
                  <a:srgbClr val="3C3C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t>3</a:t>
            </a:fld>
            <a:endParaRPr kumimoji="0" lang="en-GB" sz="1000" b="0" i="0" u="none" strike="noStrike" kern="1200" cap="none" spc="0" normalizeH="0" baseline="0" noProof="0">
              <a:ln>
                <a:noFill/>
              </a:ln>
              <a:solidFill>
                <a:srgbClr val="3C3C3C"/>
              </a:solidFill>
              <a:effectLst/>
              <a:uLnTx/>
              <a:uFillTx/>
              <a:latin typeface="Arial"/>
              <a:ea typeface="+mn-ea"/>
              <a:cs typeface="+mn-cs"/>
            </a:endParaRPr>
          </a:p>
        </p:txBody>
      </p:sp>
    </p:spTree>
    <p:extLst>
      <p:ext uri="{BB962C8B-B14F-4D97-AF65-F5344CB8AC3E}">
        <p14:creationId xmlns:p14="http://schemas.microsoft.com/office/powerpoint/2010/main" val="19969534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fld id="{EF8761BB-FFC9-41C2-B269-9BC0640D12BD}" type="slidenum">
              <a:rPr kumimoji="0" lang="en-GB" sz="1000" b="0" i="0" u="none" strike="noStrike" kern="1200" cap="none" spc="0" normalizeH="0" baseline="0" noProof="0" smtClean="0">
                <a:ln>
                  <a:noFill/>
                </a:ln>
                <a:solidFill>
                  <a:srgbClr val="3C3C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t>4</a:t>
            </a:fld>
            <a:endParaRPr kumimoji="0" lang="en-GB" sz="1000" b="0" i="0" u="none" strike="noStrike" kern="1200" cap="none" spc="0" normalizeH="0" baseline="0" noProof="0">
              <a:ln>
                <a:noFill/>
              </a:ln>
              <a:solidFill>
                <a:srgbClr val="3C3C3C"/>
              </a:solidFill>
              <a:effectLst/>
              <a:uLnTx/>
              <a:uFillTx/>
              <a:latin typeface="Arial"/>
              <a:ea typeface="+mn-ea"/>
              <a:cs typeface="+mn-cs"/>
            </a:endParaRPr>
          </a:p>
        </p:txBody>
      </p:sp>
    </p:spTree>
    <p:extLst>
      <p:ext uri="{BB962C8B-B14F-4D97-AF65-F5344CB8AC3E}">
        <p14:creationId xmlns:p14="http://schemas.microsoft.com/office/powerpoint/2010/main" val="165713484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fld id="{EF8761BB-FFC9-41C2-B269-9BC0640D12BD}" type="slidenum">
              <a:rPr kumimoji="0" lang="en-GB" sz="1000" b="0" i="0" u="none" strike="noStrike" kern="1200" cap="none" spc="0" normalizeH="0" baseline="0" noProof="0" smtClean="0">
                <a:ln>
                  <a:noFill/>
                </a:ln>
                <a:solidFill>
                  <a:srgbClr val="3C3C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t>7</a:t>
            </a:fld>
            <a:endParaRPr kumimoji="0" lang="en-GB" sz="1000" b="0" i="0" u="none" strike="noStrike" kern="1200" cap="none" spc="0" normalizeH="0" baseline="0" noProof="0">
              <a:ln>
                <a:noFill/>
              </a:ln>
              <a:solidFill>
                <a:srgbClr val="3C3C3C"/>
              </a:solidFill>
              <a:effectLst/>
              <a:uLnTx/>
              <a:uFillTx/>
              <a:latin typeface="Arial"/>
              <a:ea typeface="+mn-ea"/>
              <a:cs typeface="+mn-cs"/>
            </a:endParaRPr>
          </a:p>
        </p:txBody>
      </p:sp>
    </p:spTree>
    <p:extLst>
      <p:ext uri="{BB962C8B-B14F-4D97-AF65-F5344CB8AC3E}">
        <p14:creationId xmlns:p14="http://schemas.microsoft.com/office/powerpoint/2010/main" val="74840375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fld id="{EF8761BB-FFC9-41C2-B269-9BC0640D12BD}" type="slidenum">
              <a:rPr kumimoji="0" lang="en-GB" sz="1000" b="0" i="0" u="none" strike="noStrike" kern="1200" cap="none" spc="0" normalizeH="0" baseline="0" noProof="0" smtClean="0">
                <a:ln>
                  <a:noFill/>
                </a:ln>
                <a:solidFill>
                  <a:srgbClr val="3C3C3C"/>
                </a:solidFill>
                <a:effectLst/>
                <a:uLnTx/>
                <a:uFillTx/>
                <a:latin typeface="Arial"/>
                <a:ea typeface="+mn-ea"/>
                <a:cs typeface="+mn-cs"/>
              </a:rPr>
              <a:pPr marL="0" marR="0" lvl="0" indent="0" algn="r" defTabSz="914400" rtl="0" eaLnBrk="1" fontAlgn="auto" latinLnBrk="0" hangingPunct="1">
                <a:lnSpc>
                  <a:spcPct val="100000"/>
                </a:lnSpc>
                <a:spcBef>
                  <a:spcPts val="0"/>
                </a:spcBef>
                <a:spcAft>
                  <a:spcPts val="0"/>
                </a:spcAft>
                <a:buClr>
                  <a:srgbClr val="FF8200"/>
                </a:buClr>
                <a:buSzTx/>
                <a:buFont typeface="Arial" panose="020B0604020202020204" pitchFamily="34" charset="0"/>
                <a:buNone/>
                <a:tabLst/>
                <a:defRPr/>
              </a:pPr>
              <a:t>8</a:t>
            </a:fld>
            <a:endParaRPr kumimoji="0" lang="en-GB" sz="1000" b="0" i="0" u="none" strike="noStrike" kern="1200" cap="none" spc="0" normalizeH="0" baseline="0" noProof="0">
              <a:ln>
                <a:noFill/>
              </a:ln>
              <a:solidFill>
                <a:srgbClr val="3C3C3C"/>
              </a:solidFill>
              <a:effectLst/>
              <a:uLnTx/>
              <a:uFillTx/>
              <a:latin typeface="Arial"/>
              <a:ea typeface="+mn-ea"/>
              <a:cs typeface="+mn-cs"/>
            </a:endParaRPr>
          </a:p>
        </p:txBody>
      </p:sp>
    </p:spTree>
    <p:extLst>
      <p:ext uri="{BB962C8B-B14F-4D97-AF65-F5344CB8AC3E}">
        <p14:creationId xmlns:p14="http://schemas.microsoft.com/office/powerpoint/2010/main" val="310031439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C3CDDC"/>
        </a:solidFill>
        <a:effectLst/>
      </p:bgPr>
    </p:bg>
    <p:spTree>
      <p:nvGrpSpPr>
        <p:cNvPr id="1" name=""/>
        <p:cNvGrpSpPr/>
        <p:nvPr/>
      </p:nvGrpSpPr>
      <p:grpSpPr>
        <a:xfrm>
          <a:off x="0" y="0"/>
          <a:ext cx="0" cy="0"/>
          <a:chOff x="0" y="0"/>
          <a:chExt cx="0" cy="0"/>
        </a:xfrm>
      </p:grpSpPr>
      <p:sp>
        <p:nvSpPr>
          <p:cNvPr id="29" name="Oval Bottom Right 2">
            <a:extLst>
              <a:ext uri="{FF2B5EF4-FFF2-40B4-BE49-F238E27FC236}">
                <a16:creationId xmlns:a16="http://schemas.microsoft.com/office/drawing/2014/main" id="{5A3A8CFF-C5AA-47ED-A781-792508E58D36}"/>
              </a:ext>
            </a:extLst>
          </p:cNvPr>
          <p:cNvSpPr>
            <a:spLocks noChangeAspect="1"/>
          </p:cNvSpPr>
          <p:nvPr userDrawn="1"/>
        </p:nvSpPr>
        <p:spPr>
          <a:xfrm>
            <a:off x="4147527" y="1732230"/>
            <a:ext cx="15908895" cy="5125770"/>
          </a:xfrm>
          <a:custGeom>
            <a:avLst/>
            <a:gdLst>
              <a:gd name="connsiteX0" fmla="*/ 8031120 w 16062239"/>
              <a:gd name="connsiteY0" fmla="*/ 0 h 5175041"/>
              <a:gd name="connsiteX1" fmla="*/ 15981371 w 16062239"/>
              <a:gd name="connsiteY1" fmla="*/ 4996166 h 5175041"/>
              <a:gd name="connsiteX2" fmla="*/ 16062239 w 16062239"/>
              <a:gd name="connsiteY2" fmla="*/ 5175041 h 5175041"/>
              <a:gd name="connsiteX3" fmla="*/ 0 w 16062239"/>
              <a:gd name="connsiteY3" fmla="*/ 5175041 h 5175041"/>
              <a:gd name="connsiteX4" fmla="*/ 80868 w 16062239"/>
              <a:gd name="connsiteY4" fmla="*/ 4996166 h 5175041"/>
              <a:gd name="connsiteX5" fmla="*/ 8031120 w 16062239"/>
              <a:gd name="connsiteY5" fmla="*/ 0 h 517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2239" h="5175041">
                <a:moveTo>
                  <a:pt x="8031120" y="0"/>
                </a:moveTo>
                <a:cubicBezTo>
                  <a:pt x="11532259" y="0"/>
                  <a:pt x="14556936" y="2039982"/>
                  <a:pt x="15981371" y="4996166"/>
                </a:cubicBezTo>
                <a:lnTo>
                  <a:pt x="16062239" y="5175041"/>
                </a:lnTo>
                <a:lnTo>
                  <a:pt x="0" y="5175041"/>
                </a:lnTo>
                <a:lnTo>
                  <a:pt x="80868" y="4996166"/>
                </a:lnTo>
                <a:cubicBezTo>
                  <a:pt x="1505303" y="2039982"/>
                  <a:pt x="4529980" y="0"/>
                  <a:pt x="8031120" y="0"/>
                </a:cubicBezTo>
                <a:close/>
              </a:path>
            </a:pathLst>
          </a:custGeom>
          <a:solidFill>
            <a:schemeClr val="bg1">
              <a:alpha val="2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sp>
        <p:nvSpPr>
          <p:cNvPr id="30" name="Oval Bottom Right 1">
            <a:extLst>
              <a:ext uri="{FF2B5EF4-FFF2-40B4-BE49-F238E27FC236}">
                <a16:creationId xmlns:a16="http://schemas.microsoft.com/office/drawing/2014/main" id="{C4FC2056-C48E-4939-A863-C12FEC45B0DD}"/>
              </a:ext>
            </a:extLst>
          </p:cNvPr>
          <p:cNvSpPr>
            <a:spLocks noChangeAspect="1"/>
          </p:cNvSpPr>
          <p:nvPr userDrawn="1"/>
        </p:nvSpPr>
        <p:spPr>
          <a:xfrm>
            <a:off x="6922890" y="1737935"/>
            <a:ext cx="7766267" cy="5120065"/>
          </a:xfrm>
          <a:custGeom>
            <a:avLst/>
            <a:gdLst>
              <a:gd name="connsiteX0" fmla="*/ 6154368 w 7745294"/>
              <a:gd name="connsiteY0" fmla="*/ 0 h 5106105"/>
              <a:gd name="connsiteX1" fmla="*/ 7531514 w 7745294"/>
              <a:gd name="connsiteY1" fmla="*/ 151819 h 5106105"/>
              <a:gd name="connsiteX2" fmla="*/ 7745294 w 7745294"/>
              <a:gd name="connsiteY2" fmla="*/ 204689 h 5106105"/>
              <a:gd name="connsiteX3" fmla="*/ 7745294 w 7745294"/>
              <a:gd name="connsiteY3" fmla="*/ 5106105 h 5106105"/>
              <a:gd name="connsiteX4" fmla="*/ 0 w 7745294"/>
              <a:gd name="connsiteY4" fmla="*/ 5106105 h 5106105"/>
              <a:gd name="connsiteX5" fmla="*/ 15713 w 7745294"/>
              <a:gd name="connsiteY5" fmla="*/ 5003149 h 5106105"/>
              <a:gd name="connsiteX6" fmla="*/ 6154368 w 7745294"/>
              <a:gd name="connsiteY6" fmla="*/ 0 h 510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45294" h="5106105">
                <a:moveTo>
                  <a:pt x="6154368" y="0"/>
                </a:moveTo>
                <a:cubicBezTo>
                  <a:pt x="6627496" y="0"/>
                  <a:pt x="7088376" y="52438"/>
                  <a:pt x="7531514" y="151819"/>
                </a:cubicBezTo>
                <a:lnTo>
                  <a:pt x="7745294" y="204689"/>
                </a:lnTo>
                <a:lnTo>
                  <a:pt x="7745294" y="5106105"/>
                </a:lnTo>
                <a:lnTo>
                  <a:pt x="0" y="5106105"/>
                </a:lnTo>
                <a:lnTo>
                  <a:pt x="15713" y="5003149"/>
                </a:lnTo>
                <a:cubicBezTo>
                  <a:pt x="599990" y="2147858"/>
                  <a:pt x="3126350" y="0"/>
                  <a:pt x="6154368" y="0"/>
                </a:cubicBezTo>
                <a:close/>
              </a:path>
            </a:pathLst>
          </a:custGeom>
          <a:solidFill>
            <a:schemeClr val="bg1">
              <a:alpha val="2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sp>
        <p:nvSpPr>
          <p:cNvPr id="31" name="Oval Top Left">
            <a:extLst>
              <a:ext uri="{FF2B5EF4-FFF2-40B4-BE49-F238E27FC236}">
                <a16:creationId xmlns:a16="http://schemas.microsoft.com/office/drawing/2014/main" id="{5FBD6F17-FB59-4561-BD60-469951BE92FE}"/>
              </a:ext>
            </a:extLst>
          </p:cNvPr>
          <p:cNvSpPr>
            <a:spLocks noChangeAspect="1"/>
          </p:cNvSpPr>
          <p:nvPr userDrawn="1"/>
        </p:nvSpPr>
        <p:spPr>
          <a:xfrm>
            <a:off x="-4743859" y="-1624491"/>
            <a:ext cx="11534077" cy="4987937"/>
          </a:xfrm>
          <a:custGeom>
            <a:avLst/>
            <a:gdLst>
              <a:gd name="connsiteX0" fmla="*/ 0 w 11897826"/>
              <a:gd name="connsiteY0" fmla="*/ 0 h 5145106"/>
              <a:gd name="connsiteX1" fmla="*/ 11897826 w 11897826"/>
              <a:gd name="connsiteY1" fmla="*/ 0 h 5145106"/>
              <a:gd name="connsiteX2" fmla="*/ 11891641 w 11897826"/>
              <a:gd name="connsiteY2" fmla="*/ 48674 h 5145106"/>
              <a:gd name="connsiteX3" fmla="*/ 5948914 w 11897826"/>
              <a:gd name="connsiteY3" fmla="*/ 5145106 h 5145106"/>
              <a:gd name="connsiteX4" fmla="*/ 6185 w 11897826"/>
              <a:gd name="connsiteY4" fmla="*/ 48674 h 5145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7826" h="5145106">
                <a:moveTo>
                  <a:pt x="0" y="0"/>
                </a:moveTo>
                <a:lnTo>
                  <a:pt x="11897826" y="0"/>
                </a:lnTo>
                <a:lnTo>
                  <a:pt x="11891641" y="48674"/>
                </a:lnTo>
                <a:cubicBezTo>
                  <a:pt x="11450700" y="2934472"/>
                  <a:pt x="8957968" y="5145106"/>
                  <a:pt x="5948914" y="5145106"/>
                </a:cubicBezTo>
                <a:cubicBezTo>
                  <a:pt x="2939859" y="5145106"/>
                  <a:pt x="447126" y="2934472"/>
                  <a:pt x="6185" y="48674"/>
                </a:cubicBezTo>
                <a:close/>
              </a:path>
            </a:pathLst>
          </a:custGeom>
          <a:solidFill>
            <a:schemeClr val="bg1">
              <a:alpha val="2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pic>
        <p:nvPicPr>
          <p:cNvPr id="26" name="Logo">
            <a:extLst>
              <a:ext uri="{FF2B5EF4-FFF2-40B4-BE49-F238E27FC236}">
                <a16:creationId xmlns:a16="http://schemas.microsoft.com/office/drawing/2014/main" id="{061F7724-707A-41C0-AC7C-03793ABDFE71}"/>
              </a:ext>
            </a:extLst>
          </p:cNvPr>
          <p:cNvPicPr>
            <a:picLocks noChangeAspect="1"/>
          </p:cNvPicPr>
          <p:nvPr userDrawn="1"/>
        </p:nvPicPr>
        <p:blipFill>
          <a:blip r:embed="rId2"/>
          <a:stretch>
            <a:fillRect/>
          </a:stretch>
        </p:blipFill>
        <p:spPr>
          <a:xfrm>
            <a:off x="10414901" y="404525"/>
            <a:ext cx="1391541" cy="1552690"/>
          </a:xfrm>
          <a:prstGeom prst="rect">
            <a:avLst/>
          </a:prstGeom>
        </p:spPr>
      </p:pic>
      <p:sp>
        <p:nvSpPr>
          <p:cNvPr id="17" name="TB_Website">
            <a:extLst>
              <a:ext uri="{FF2B5EF4-FFF2-40B4-BE49-F238E27FC236}">
                <a16:creationId xmlns:a16="http://schemas.microsoft.com/office/drawing/2014/main" id="{FFAD1559-456F-4C7F-8B70-74036E42550A}"/>
              </a:ext>
            </a:extLst>
          </p:cNvPr>
          <p:cNvSpPr/>
          <p:nvPr userDrawn="1"/>
        </p:nvSpPr>
        <p:spPr>
          <a:xfrm>
            <a:off x="391893" y="6214810"/>
            <a:ext cx="1877117" cy="251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l">
              <a:buNone/>
            </a:pPr>
            <a:r>
              <a:rPr lang="en-GB" sz="1633" b="0">
                <a:solidFill>
                  <a:srgbClr val="28465F"/>
                </a:solidFill>
              </a:rPr>
              <a:t>nestpensions.org.uk</a:t>
            </a:r>
          </a:p>
        </p:txBody>
      </p:sp>
      <p:cxnSp>
        <p:nvCxnSpPr>
          <p:cNvPr id="22" name="ColouredLine">
            <a:extLst>
              <a:ext uri="{FF2B5EF4-FFF2-40B4-BE49-F238E27FC236}">
                <a16:creationId xmlns:a16="http://schemas.microsoft.com/office/drawing/2014/main" id="{68DAE92A-0B95-46E7-AF35-C87124D3ABCB}"/>
              </a:ext>
            </a:extLst>
          </p:cNvPr>
          <p:cNvCxnSpPr/>
          <p:nvPr userDrawn="1"/>
        </p:nvCxnSpPr>
        <p:spPr>
          <a:xfrm>
            <a:off x="391892" y="6139529"/>
            <a:ext cx="18745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Date Placeholder">
            <a:extLst>
              <a:ext uri="{FF2B5EF4-FFF2-40B4-BE49-F238E27FC236}">
                <a16:creationId xmlns:a16="http://schemas.microsoft.com/office/drawing/2014/main" id="{4E9ABEC9-48D0-4A93-8FB9-1C4423CDF394}"/>
              </a:ext>
            </a:extLst>
          </p:cNvPr>
          <p:cNvSpPr>
            <a:spLocks noGrp="1"/>
          </p:cNvSpPr>
          <p:nvPr>
            <p:ph type="dt" sz="half" idx="12"/>
          </p:nvPr>
        </p:nvSpPr>
        <p:spPr>
          <a:xfrm>
            <a:off x="391892" y="5384726"/>
            <a:ext cx="8327711" cy="276999"/>
          </a:xfrm>
          <a:prstGeom prst="rect">
            <a:avLst/>
          </a:prstGeom>
        </p:spPr>
        <p:txBody>
          <a:bodyPr lIns="0" tIns="0" rIns="0" bIns="0">
            <a:spAutoFit/>
          </a:bodyPr>
          <a:lstStyle>
            <a:lvl1pPr marL="0" indent="0">
              <a:buNone/>
              <a:defRPr>
                <a:solidFill>
                  <a:srgbClr val="28465F"/>
                </a:solidFill>
              </a:defRPr>
            </a:lvl1pPr>
          </a:lstStyle>
          <a:p>
            <a:endParaRPr lang="en-GB"/>
          </a:p>
        </p:txBody>
      </p:sp>
      <p:sp>
        <p:nvSpPr>
          <p:cNvPr id="23" name="Text Placeholder">
            <a:extLst>
              <a:ext uri="{FF2B5EF4-FFF2-40B4-BE49-F238E27FC236}">
                <a16:creationId xmlns:a16="http://schemas.microsoft.com/office/drawing/2014/main" id="{5658062D-995D-47E2-8802-74BA7DA23522}"/>
              </a:ext>
            </a:extLst>
          </p:cNvPr>
          <p:cNvSpPr>
            <a:spLocks noGrp="1"/>
          </p:cNvSpPr>
          <p:nvPr>
            <p:ph type="body" sz="quarter" idx="13" hasCustomPrompt="1"/>
          </p:nvPr>
        </p:nvSpPr>
        <p:spPr>
          <a:xfrm>
            <a:off x="391892" y="4844965"/>
            <a:ext cx="8327711" cy="228610"/>
          </a:xfrm>
        </p:spPr>
        <p:txBody>
          <a:bodyPr/>
          <a:lstStyle>
            <a:lvl1pPr marL="0" indent="0">
              <a:spcBef>
                <a:spcPts val="0"/>
              </a:spcBef>
              <a:buNone/>
              <a:defRPr sz="1633" b="0">
                <a:solidFill>
                  <a:srgbClr val="28465F"/>
                </a:solidFill>
              </a:defRPr>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None/>
              <a:defRPr/>
            </a:lvl9pPr>
          </a:lstStyle>
          <a:p>
            <a:pPr lvl="0"/>
            <a:r>
              <a:rPr lang="en-GB"/>
              <a:t>Job title or organization in full</a:t>
            </a:r>
          </a:p>
        </p:txBody>
      </p:sp>
      <p:sp>
        <p:nvSpPr>
          <p:cNvPr id="3" name="Subtitle">
            <a:extLst>
              <a:ext uri="{FF2B5EF4-FFF2-40B4-BE49-F238E27FC236}">
                <a16:creationId xmlns:a16="http://schemas.microsoft.com/office/drawing/2014/main" id="{1D8F0F59-1C5D-4962-A045-A9C50F97C8BD}"/>
              </a:ext>
            </a:extLst>
          </p:cNvPr>
          <p:cNvSpPr>
            <a:spLocks noGrp="1"/>
          </p:cNvSpPr>
          <p:nvPr>
            <p:ph type="subTitle" idx="1"/>
          </p:nvPr>
        </p:nvSpPr>
        <p:spPr>
          <a:xfrm>
            <a:off x="391892" y="4488312"/>
            <a:ext cx="8327711" cy="335051"/>
          </a:xfrm>
        </p:spPr>
        <p:txBody>
          <a:bodyPr anchor="b" anchorCtr="0">
            <a:spAutoFit/>
          </a:bodyPr>
          <a:lstStyle>
            <a:lvl1pPr marL="0" indent="0" algn="l">
              <a:buNone/>
              <a:defRPr sz="2177" b="1">
                <a:solidFill>
                  <a:srgbClr val="28465F"/>
                </a:solidFill>
              </a:defRPr>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en-US"/>
              <a:t>Click to edit Master subtitle style</a:t>
            </a:r>
            <a:endParaRPr lang="en-GB"/>
          </a:p>
        </p:txBody>
      </p:sp>
      <p:sp>
        <p:nvSpPr>
          <p:cNvPr id="2" name="Title">
            <a:extLst>
              <a:ext uri="{FF2B5EF4-FFF2-40B4-BE49-F238E27FC236}">
                <a16:creationId xmlns:a16="http://schemas.microsoft.com/office/drawing/2014/main" id="{745746C9-AE92-4285-BEDB-BD0F649CCBEA}"/>
              </a:ext>
            </a:extLst>
          </p:cNvPr>
          <p:cNvSpPr>
            <a:spLocks noGrp="1"/>
          </p:cNvSpPr>
          <p:nvPr>
            <p:ph type="ctrTitle"/>
          </p:nvPr>
        </p:nvSpPr>
        <p:spPr>
          <a:xfrm>
            <a:off x="391892" y="1041716"/>
            <a:ext cx="8327711" cy="2387600"/>
          </a:xfrm>
        </p:spPr>
        <p:txBody>
          <a:bodyPr anchor="b"/>
          <a:lstStyle>
            <a:lvl1pPr algn="l">
              <a:defRPr sz="4899">
                <a:solidFill>
                  <a:srgbClr val="28465F"/>
                </a:solidFill>
              </a:defRPr>
            </a:lvl1pPr>
          </a:lstStyle>
          <a:p>
            <a:r>
              <a:rPr lang="en-US"/>
              <a:t>Click to edit Master title style</a:t>
            </a:r>
            <a:endParaRPr lang="en-GB"/>
          </a:p>
        </p:txBody>
      </p:sp>
    </p:spTree>
    <p:extLst>
      <p:ext uri="{BB962C8B-B14F-4D97-AF65-F5344CB8AC3E}">
        <p14:creationId xmlns:p14="http://schemas.microsoft.com/office/powerpoint/2010/main" val="1486194299"/>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Slide (Dark Background)">
    <p:bg>
      <p:bgPr>
        <a:solidFill>
          <a:srgbClr val="6E7896"/>
        </a:solidFill>
        <a:effectLst/>
      </p:bgPr>
    </p:bg>
    <p:spTree>
      <p:nvGrpSpPr>
        <p:cNvPr id="1" name=""/>
        <p:cNvGrpSpPr/>
        <p:nvPr/>
      </p:nvGrpSpPr>
      <p:grpSpPr>
        <a:xfrm>
          <a:off x="0" y="0"/>
          <a:ext cx="0" cy="0"/>
          <a:chOff x="0" y="0"/>
          <a:chExt cx="0" cy="0"/>
        </a:xfrm>
      </p:grpSpPr>
      <p:sp>
        <p:nvSpPr>
          <p:cNvPr id="29" name="Oval Bottom Right 2">
            <a:extLst>
              <a:ext uri="{FF2B5EF4-FFF2-40B4-BE49-F238E27FC236}">
                <a16:creationId xmlns:a16="http://schemas.microsoft.com/office/drawing/2014/main" id="{5A3A8CFF-C5AA-47ED-A781-792508E58D36}"/>
              </a:ext>
            </a:extLst>
          </p:cNvPr>
          <p:cNvSpPr>
            <a:spLocks noChangeAspect="1"/>
          </p:cNvSpPr>
          <p:nvPr userDrawn="1"/>
        </p:nvSpPr>
        <p:spPr>
          <a:xfrm>
            <a:off x="4147527" y="1732230"/>
            <a:ext cx="15908895" cy="5125770"/>
          </a:xfrm>
          <a:custGeom>
            <a:avLst/>
            <a:gdLst>
              <a:gd name="connsiteX0" fmla="*/ 8031120 w 16062239"/>
              <a:gd name="connsiteY0" fmla="*/ 0 h 5175041"/>
              <a:gd name="connsiteX1" fmla="*/ 15981371 w 16062239"/>
              <a:gd name="connsiteY1" fmla="*/ 4996166 h 5175041"/>
              <a:gd name="connsiteX2" fmla="*/ 16062239 w 16062239"/>
              <a:gd name="connsiteY2" fmla="*/ 5175041 h 5175041"/>
              <a:gd name="connsiteX3" fmla="*/ 0 w 16062239"/>
              <a:gd name="connsiteY3" fmla="*/ 5175041 h 5175041"/>
              <a:gd name="connsiteX4" fmla="*/ 80868 w 16062239"/>
              <a:gd name="connsiteY4" fmla="*/ 4996166 h 5175041"/>
              <a:gd name="connsiteX5" fmla="*/ 8031120 w 16062239"/>
              <a:gd name="connsiteY5" fmla="*/ 0 h 51750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062239" h="5175041">
                <a:moveTo>
                  <a:pt x="8031120" y="0"/>
                </a:moveTo>
                <a:cubicBezTo>
                  <a:pt x="11532259" y="0"/>
                  <a:pt x="14556936" y="2039982"/>
                  <a:pt x="15981371" y="4996166"/>
                </a:cubicBezTo>
                <a:lnTo>
                  <a:pt x="16062239" y="5175041"/>
                </a:lnTo>
                <a:lnTo>
                  <a:pt x="0" y="5175041"/>
                </a:lnTo>
                <a:lnTo>
                  <a:pt x="80868" y="4996166"/>
                </a:lnTo>
                <a:cubicBezTo>
                  <a:pt x="1505303" y="2039982"/>
                  <a:pt x="4529980" y="0"/>
                  <a:pt x="8031120" y="0"/>
                </a:cubicBezTo>
                <a:close/>
              </a:path>
            </a:pathLst>
          </a:custGeom>
          <a:solidFill>
            <a:schemeClr val="bg1">
              <a:alpha val="1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sp>
        <p:nvSpPr>
          <p:cNvPr id="30" name="Oval Bottom Right 1">
            <a:extLst>
              <a:ext uri="{FF2B5EF4-FFF2-40B4-BE49-F238E27FC236}">
                <a16:creationId xmlns:a16="http://schemas.microsoft.com/office/drawing/2014/main" id="{C4FC2056-C48E-4939-A863-C12FEC45B0DD}"/>
              </a:ext>
            </a:extLst>
          </p:cNvPr>
          <p:cNvSpPr>
            <a:spLocks noChangeAspect="1"/>
          </p:cNvSpPr>
          <p:nvPr userDrawn="1"/>
        </p:nvSpPr>
        <p:spPr>
          <a:xfrm>
            <a:off x="6922890" y="1737935"/>
            <a:ext cx="7766267" cy="5120065"/>
          </a:xfrm>
          <a:custGeom>
            <a:avLst/>
            <a:gdLst>
              <a:gd name="connsiteX0" fmla="*/ 6154368 w 7745294"/>
              <a:gd name="connsiteY0" fmla="*/ 0 h 5106105"/>
              <a:gd name="connsiteX1" fmla="*/ 7531514 w 7745294"/>
              <a:gd name="connsiteY1" fmla="*/ 151819 h 5106105"/>
              <a:gd name="connsiteX2" fmla="*/ 7745294 w 7745294"/>
              <a:gd name="connsiteY2" fmla="*/ 204689 h 5106105"/>
              <a:gd name="connsiteX3" fmla="*/ 7745294 w 7745294"/>
              <a:gd name="connsiteY3" fmla="*/ 5106105 h 5106105"/>
              <a:gd name="connsiteX4" fmla="*/ 0 w 7745294"/>
              <a:gd name="connsiteY4" fmla="*/ 5106105 h 5106105"/>
              <a:gd name="connsiteX5" fmla="*/ 15713 w 7745294"/>
              <a:gd name="connsiteY5" fmla="*/ 5003149 h 5106105"/>
              <a:gd name="connsiteX6" fmla="*/ 6154368 w 7745294"/>
              <a:gd name="connsiteY6" fmla="*/ 0 h 5106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45294" h="5106105">
                <a:moveTo>
                  <a:pt x="6154368" y="0"/>
                </a:moveTo>
                <a:cubicBezTo>
                  <a:pt x="6627496" y="0"/>
                  <a:pt x="7088376" y="52438"/>
                  <a:pt x="7531514" y="151819"/>
                </a:cubicBezTo>
                <a:lnTo>
                  <a:pt x="7745294" y="204689"/>
                </a:lnTo>
                <a:lnTo>
                  <a:pt x="7745294" y="5106105"/>
                </a:lnTo>
                <a:lnTo>
                  <a:pt x="0" y="5106105"/>
                </a:lnTo>
                <a:lnTo>
                  <a:pt x="15713" y="5003149"/>
                </a:lnTo>
                <a:cubicBezTo>
                  <a:pt x="599990" y="2147858"/>
                  <a:pt x="3126350" y="0"/>
                  <a:pt x="6154368" y="0"/>
                </a:cubicBezTo>
                <a:close/>
              </a:path>
            </a:pathLst>
          </a:custGeom>
          <a:solidFill>
            <a:schemeClr val="bg1">
              <a:alpha val="1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sp>
        <p:nvSpPr>
          <p:cNvPr id="31" name="Oval Top Left">
            <a:extLst>
              <a:ext uri="{FF2B5EF4-FFF2-40B4-BE49-F238E27FC236}">
                <a16:creationId xmlns:a16="http://schemas.microsoft.com/office/drawing/2014/main" id="{5FBD6F17-FB59-4561-BD60-469951BE92FE}"/>
              </a:ext>
            </a:extLst>
          </p:cNvPr>
          <p:cNvSpPr>
            <a:spLocks noChangeAspect="1"/>
          </p:cNvSpPr>
          <p:nvPr userDrawn="1"/>
        </p:nvSpPr>
        <p:spPr>
          <a:xfrm>
            <a:off x="-4743859" y="-1624491"/>
            <a:ext cx="11534077" cy="4987937"/>
          </a:xfrm>
          <a:custGeom>
            <a:avLst/>
            <a:gdLst>
              <a:gd name="connsiteX0" fmla="*/ 0 w 11897826"/>
              <a:gd name="connsiteY0" fmla="*/ 0 h 5145106"/>
              <a:gd name="connsiteX1" fmla="*/ 11897826 w 11897826"/>
              <a:gd name="connsiteY1" fmla="*/ 0 h 5145106"/>
              <a:gd name="connsiteX2" fmla="*/ 11891641 w 11897826"/>
              <a:gd name="connsiteY2" fmla="*/ 48674 h 5145106"/>
              <a:gd name="connsiteX3" fmla="*/ 5948914 w 11897826"/>
              <a:gd name="connsiteY3" fmla="*/ 5145106 h 5145106"/>
              <a:gd name="connsiteX4" fmla="*/ 6185 w 11897826"/>
              <a:gd name="connsiteY4" fmla="*/ 48674 h 514510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897826" h="5145106">
                <a:moveTo>
                  <a:pt x="0" y="0"/>
                </a:moveTo>
                <a:lnTo>
                  <a:pt x="11897826" y="0"/>
                </a:lnTo>
                <a:lnTo>
                  <a:pt x="11891641" y="48674"/>
                </a:lnTo>
                <a:cubicBezTo>
                  <a:pt x="11450700" y="2934472"/>
                  <a:pt x="8957968" y="5145106"/>
                  <a:pt x="5948914" y="5145106"/>
                </a:cubicBezTo>
                <a:cubicBezTo>
                  <a:pt x="2939859" y="5145106"/>
                  <a:pt x="447126" y="2934472"/>
                  <a:pt x="6185" y="48674"/>
                </a:cubicBezTo>
                <a:close/>
              </a:path>
            </a:pathLst>
          </a:custGeom>
          <a:solidFill>
            <a:schemeClr val="bg1">
              <a:alpha val="10000"/>
            </a:schemeClr>
          </a:solidFill>
          <a:ln>
            <a:noFill/>
          </a:ln>
        </p:spPr>
        <p:txBody>
          <a:bodyPr vert="horz" wrap="square" lIns="82951" tIns="41475" rIns="82951" bIns="41475" numCol="1" anchor="t" anchorCtr="0" compatLnSpc="1">
            <a:prstTxWarp prst="textNoShape">
              <a:avLst/>
            </a:prstTxWarp>
            <a:noAutofit/>
          </a:bodyPr>
          <a:lstStyle/>
          <a:p>
            <a:endParaRPr lang="en-GB" sz="1633">
              <a:solidFill>
                <a:schemeClr val="tx1"/>
              </a:solidFill>
            </a:endParaRPr>
          </a:p>
        </p:txBody>
      </p:sp>
      <p:pic>
        <p:nvPicPr>
          <p:cNvPr id="26" name="Logo">
            <a:extLst>
              <a:ext uri="{FF2B5EF4-FFF2-40B4-BE49-F238E27FC236}">
                <a16:creationId xmlns:a16="http://schemas.microsoft.com/office/drawing/2014/main" id="{061F7724-707A-41C0-AC7C-03793ABDFE71}"/>
              </a:ext>
            </a:extLst>
          </p:cNvPr>
          <p:cNvPicPr>
            <a:picLocks noChangeAspect="1"/>
          </p:cNvPicPr>
          <p:nvPr userDrawn="1"/>
        </p:nvPicPr>
        <p:blipFill>
          <a:blip r:embed="rId2"/>
          <a:stretch>
            <a:fillRect/>
          </a:stretch>
        </p:blipFill>
        <p:spPr>
          <a:xfrm>
            <a:off x="10414901" y="404525"/>
            <a:ext cx="1391541" cy="1552690"/>
          </a:xfrm>
          <a:prstGeom prst="rect">
            <a:avLst/>
          </a:prstGeom>
        </p:spPr>
      </p:pic>
      <p:sp>
        <p:nvSpPr>
          <p:cNvPr id="17" name="TB_Website">
            <a:extLst>
              <a:ext uri="{FF2B5EF4-FFF2-40B4-BE49-F238E27FC236}">
                <a16:creationId xmlns:a16="http://schemas.microsoft.com/office/drawing/2014/main" id="{FFAD1559-456F-4C7F-8B70-74036E42550A}"/>
              </a:ext>
            </a:extLst>
          </p:cNvPr>
          <p:cNvSpPr/>
          <p:nvPr userDrawn="1"/>
        </p:nvSpPr>
        <p:spPr>
          <a:xfrm>
            <a:off x="391893" y="6214810"/>
            <a:ext cx="1877117" cy="251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l">
              <a:buNone/>
            </a:pPr>
            <a:r>
              <a:rPr lang="en-GB" sz="1633" b="0">
                <a:solidFill>
                  <a:schemeClr val="bg1"/>
                </a:solidFill>
              </a:rPr>
              <a:t>nestpensions.org.uk</a:t>
            </a:r>
          </a:p>
        </p:txBody>
      </p:sp>
      <p:cxnSp>
        <p:nvCxnSpPr>
          <p:cNvPr id="22" name="ColouredLine">
            <a:extLst>
              <a:ext uri="{FF2B5EF4-FFF2-40B4-BE49-F238E27FC236}">
                <a16:creationId xmlns:a16="http://schemas.microsoft.com/office/drawing/2014/main" id="{68DAE92A-0B95-46E7-AF35-C87124D3ABCB}"/>
              </a:ext>
            </a:extLst>
          </p:cNvPr>
          <p:cNvCxnSpPr/>
          <p:nvPr userDrawn="1"/>
        </p:nvCxnSpPr>
        <p:spPr>
          <a:xfrm>
            <a:off x="391892" y="6139529"/>
            <a:ext cx="18745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Date Placeholder">
            <a:extLst>
              <a:ext uri="{FF2B5EF4-FFF2-40B4-BE49-F238E27FC236}">
                <a16:creationId xmlns:a16="http://schemas.microsoft.com/office/drawing/2014/main" id="{4E9ABEC9-48D0-4A93-8FB9-1C4423CDF394}"/>
              </a:ext>
            </a:extLst>
          </p:cNvPr>
          <p:cNvSpPr>
            <a:spLocks noGrp="1"/>
          </p:cNvSpPr>
          <p:nvPr>
            <p:ph type="dt" sz="half" idx="12"/>
          </p:nvPr>
        </p:nvSpPr>
        <p:spPr>
          <a:xfrm>
            <a:off x="391892" y="5384726"/>
            <a:ext cx="8327711" cy="276999"/>
          </a:xfrm>
          <a:prstGeom prst="rect">
            <a:avLst/>
          </a:prstGeom>
        </p:spPr>
        <p:txBody>
          <a:bodyPr lIns="0" tIns="0" rIns="0" bIns="0">
            <a:spAutoFit/>
          </a:bodyPr>
          <a:lstStyle>
            <a:lvl1pPr marL="0" indent="0">
              <a:buNone/>
              <a:defRPr>
                <a:solidFill>
                  <a:schemeClr val="bg1"/>
                </a:solidFill>
              </a:defRPr>
            </a:lvl1pPr>
          </a:lstStyle>
          <a:p>
            <a:endParaRPr lang="en-GB"/>
          </a:p>
        </p:txBody>
      </p:sp>
      <p:sp>
        <p:nvSpPr>
          <p:cNvPr id="23" name="Text Placeholder">
            <a:extLst>
              <a:ext uri="{FF2B5EF4-FFF2-40B4-BE49-F238E27FC236}">
                <a16:creationId xmlns:a16="http://schemas.microsoft.com/office/drawing/2014/main" id="{5658062D-995D-47E2-8802-74BA7DA23522}"/>
              </a:ext>
            </a:extLst>
          </p:cNvPr>
          <p:cNvSpPr>
            <a:spLocks noGrp="1"/>
          </p:cNvSpPr>
          <p:nvPr>
            <p:ph type="body" sz="quarter" idx="13" hasCustomPrompt="1"/>
          </p:nvPr>
        </p:nvSpPr>
        <p:spPr>
          <a:xfrm>
            <a:off x="391892" y="4844965"/>
            <a:ext cx="8327711" cy="228610"/>
          </a:xfrm>
        </p:spPr>
        <p:txBody>
          <a:bodyPr/>
          <a:lstStyle>
            <a:lvl1pPr marL="0" indent="0">
              <a:spcBef>
                <a:spcPts val="0"/>
              </a:spcBef>
              <a:buNone/>
              <a:defRPr sz="1633" b="0">
                <a:solidFill>
                  <a:schemeClr val="bg1"/>
                </a:solidFill>
              </a:defRPr>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None/>
              <a:defRPr/>
            </a:lvl9pPr>
          </a:lstStyle>
          <a:p>
            <a:pPr lvl="0"/>
            <a:r>
              <a:rPr lang="en-GB"/>
              <a:t>Job title or organization in full</a:t>
            </a:r>
          </a:p>
        </p:txBody>
      </p:sp>
      <p:sp>
        <p:nvSpPr>
          <p:cNvPr id="3" name="Subtitle">
            <a:extLst>
              <a:ext uri="{FF2B5EF4-FFF2-40B4-BE49-F238E27FC236}">
                <a16:creationId xmlns:a16="http://schemas.microsoft.com/office/drawing/2014/main" id="{1D8F0F59-1C5D-4962-A045-A9C50F97C8BD}"/>
              </a:ext>
            </a:extLst>
          </p:cNvPr>
          <p:cNvSpPr>
            <a:spLocks noGrp="1"/>
          </p:cNvSpPr>
          <p:nvPr>
            <p:ph type="subTitle" idx="1"/>
          </p:nvPr>
        </p:nvSpPr>
        <p:spPr>
          <a:xfrm>
            <a:off x="391892" y="4488312"/>
            <a:ext cx="8327711" cy="335051"/>
          </a:xfrm>
        </p:spPr>
        <p:txBody>
          <a:bodyPr anchor="b" anchorCtr="0">
            <a:spAutoFit/>
          </a:bodyPr>
          <a:lstStyle>
            <a:lvl1pPr marL="0" indent="0" algn="l">
              <a:buNone/>
              <a:defRPr sz="2177" b="1">
                <a:solidFill>
                  <a:schemeClr val="bg1"/>
                </a:solidFill>
              </a:defRPr>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en-US"/>
              <a:t>Click to edit Master subtitle style</a:t>
            </a:r>
            <a:endParaRPr lang="en-GB"/>
          </a:p>
        </p:txBody>
      </p:sp>
      <p:sp>
        <p:nvSpPr>
          <p:cNvPr id="2" name="Title">
            <a:extLst>
              <a:ext uri="{FF2B5EF4-FFF2-40B4-BE49-F238E27FC236}">
                <a16:creationId xmlns:a16="http://schemas.microsoft.com/office/drawing/2014/main" id="{745746C9-AE92-4285-BEDB-BD0F649CCBEA}"/>
              </a:ext>
            </a:extLst>
          </p:cNvPr>
          <p:cNvSpPr>
            <a:spLocks noGrp="1"/>
          </p:cNvSpPr>
          <p:nvPr>
            <p:ph type="ctrTitle"/>
          </p:nvPr>
        </p:nvSpPr>
        <p:spPr>
          <a:xfrm>
            <a:off x="391892" y="1041716"/>
            <a:ext cx="8327711" cy="2387600"/>
          </a:xfrm>
        </p:spPr>
        <p:txBody>
          <a:bodyPr anchor="b"/>
          <a:lstStyle>
            <a:lvl1pPr algn="l">
              <a:defRPr sz="4899">
                <a:solidFill>
                  <a:schemeClr val="bg1"/>
                </a:solidFill>
              </a:defRPr>
            </a:lvl1pPr>
          </a:lstStyle>
          <a:p>
            <a:r>
              <a:rPr lang="en-US"/>
              <a:t>Click to edit Master title style</a:t>
            </a:r>
            <a:endParaRPr lang="en-GB"/>
          </a:p>
        </p:txBody>
      </p:sp>
    </p:spTree>
    <p:extLst>
      <p:ext uri="{BB962C8B-B14F-4D97-AF65-F5344CB8AC3E}">
        <p14:creationId xmlns:p14="http://schemas.microsoft.com/office/powerpoint/2010/main" val="2341144977"/>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with Image)">
    <p:bg>
      <p:bgPr>
        <a:gradFill>
          <a:gsLst>
            <a:gs pos="60000">
              <a:srgbClr val="D5DCE7"/>
            </a:gs>
            <a:gs pos="31000">
              <a:srgbClr val="E1E6ED"/>
            </a:gs>
            <a:gs pos="90000">
              <a:srgbClr val="C3CDDC"/>
            </a:gs>
          </a:gsLst>
          <a:lin ang="5400000" scaled="1"/>
        </a:gradFill>
        <a:effectLst/>
      </p:bgPr>
    </p:bg>
    <p:spTree>
      <p:nvGrpSpPr>
        <p:cNvPr id="1" name=""/>
        <p:cNvGrpSpPr/>
        <p:nvPr/>
      </p:nvGrpSpPr>
      <p:grpSpPr>
        <a:xfrm>
          <a:off x="0" y="0"/>
          <a:ext cx="0" cy="0"/>
          <a:chOff x="0" y="0"/>
          <a:chExt cx="0" cy="0"/>
        </a:xfrm>
      </p:grpSpPr>
      <p:sp>
        <p:nvSpPr>
          <p:cNvPr id="14" name="White Shape">
            <a:extLst>
              <a:ext uri="{FF2B5EF4-FFF2-40B4-BE49-F238E27FC236}">
                <a16:creationId xmlns:a16="http://schemas.microsoft.com/office/drawing/2014/main" id="{469547E6-5E00-491A-B2A6-9D5FF425899F}"/>
              </a:ext>
            </a:extLst>
          </p:cNvPr>
          <p:cNvSpPr/>
          <p:nvPr userDrawn="1"/>
        </p:nvSpPr>
        <p:spPr>
          <a:xfrm>
            <a:off x="1" y="0"/>
            <a:ext cx="8294127" cy="6858000"/>
          </a:xfrm>
          <a:custGeom>
            <a:avLst/>
            <a:gdLst>
              <a:gd name="connsiteX0" fmla="*/ 0 w 8294127"/>
              <a:gd name="connsiteY0" fmla="*/ 0 h 6858000"/>
              <a:gd name="connsiteX1" fmla="*/ 8294127 w 8294127"/>
              <a:gd name="connsiteY1" fmla="*/ 0 h 6858000"/>
              <a:gd name="connsiteX2" fmla="*/ 8262663 w 8294127"/>
              <a:gd name="connsiteY2" fmla="*/ 92989 h 6858000"/>
              <a:gd name="connsiteX3" fmla="*/ 2909805 w 8294127"/>
              <a:gd name="connsiteY3" fmla="*/ 6598501 h 6858000"/>
              <a:gd name="connsiteX4" fmla="*/ 2461843 w 8294127"/>
              <a:gd name="connsiteY4" fmla="*/ 6856073 h 6858000"/>
              <a:gd name="connsiteX5" fmla="*/ 2461843 w 8294127"/>
              <a:gd name="connsiteY5" fmla="*/ 6858000 h 6858000"/>
              <a:gd name="connsiteX6" fmla="*/ 0 w 8294127"/>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294127" h="6858000">
                <a:moveTo>
                  <a:pt x="0" y="0"/>
                </a:moveTo>
                <a:lnTo>
                  <a:pt x="8294127" y="0"/>
                </a:lnTo>
                <a:lnTo>
                  <a:pt x="8262663" y="92989"/>
                </a:lnTo>
                <a:cubicBezTo>
                  <a:pt x="7263903" y="2820730"/>
                  <a:pt x="5357768" y="5111081"/>
                  <a:pt x="2909805" y="6598501"/>
                </a:cubicBezTo>
                <a:lnTo>
                  <a:pt x="2461843" y="6856073"/>
                </a:lnTo>
                <a:lnTo>
                  <a:pt x="246184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a:solidFill>
                <a:schemeClr val="tx1"/>
              </a:solidFill>
            </a:endParaRPr>
          </a:p>
        </p:txBody>
      </p:sp>
      <p:sp>
        <p:nvSpPr>
          <p:cNvPr id="17" name="TB_Website">
            <a:extLst>
              <a:ext uri="{FF2B5EF4-FFF2-40B4-BE49-F238E27FC236}">
                <a16:creationId xmlns:a16="http://schemas.microsoft.com/office/drawing/2014/main" id="{FFAD1559-456F-4C7F-8B70-74036E42550A}"/>
              </a:ext>
            </a:extLst>
          </p:cNvPr>
          <p:cNvSpPr/>
          <p:nvPr userDrawn="1"/>
        </p:nvSpPr>
        <p:spPr>
          <a:xfrm>
            <a:off x="391893" y="6214810"/>
            <a:ext cx="1877117" cy="25128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spAutoFit/>
          </a:bodyPr>
          <a:lstStyle/>
          <a:p>
            <a:pPr marL="0" indent="0" algn="l">
              <a:buNone/>
            </a:pPr>
            <a:r>
              <a:rPr lang="en-GB" sz="1633" b="0">
                <a:solidFill>
                  <a:srgbClr val="28465F"/>
                </a:solidFill>
              </a:rPr>
              <a:t>nestpensions.org.uk</a:t>
            </a:r>
          </a:p>
        </p:txBody>
      </p:sp>
      <p:cxnSp>
        <p:nvCxnSpPr>
          <p:cNvPr id="22" name="ColouredLine">
            <a:extLst>
              <a:ext uri="{FF2B5EF4-FFF2-40B4-BE49-F238E27FC236}">
                <a16:creationId xmlns:a16="http://schemas.microsoft.com/office/drawing/2014/main" id="{68DAE92A-0B95-46E7-AF35-C87124D3ABCB}"/>
              </a:ext>
            </a:extLst>
          </p:cNvPr>
          <p:cNvCxnSpPr/>
          <p:nvPr userDrawn="1"/>
        </p:nvCxnSpPr>
        <p:spPr>
          <a:xfrm>
            <a:off x="391892" y="6139529"/>
            <a:ext cx="1874551" cy="0"/>
          </a:xfrm>
          <a:prstGeom prst="line">
            <a:avLst/>
          </a:prstGeom>
          <a:ln w="19050">
            <a:solidFill>
              <a:schemeClr val="tx2"/>
            </a:solidFill>
          </a:ln>
        </p:spPr>
        <p:style>
          <a:lnRef idx="1">
            <a:schemeClr val="accent1"/>
          </a:lnRef>
          <a:fillRef idx="0">
            <a:schemeClr val="accent1"/>
          </a:fillRef>
          <a:effectRef idx="0">
            <a:schemeClr val="accent1"/>
          </a:effectRef>
          <a:fontRef idx="minor">
            <a:schemeClr val="tx1"/>
          </a:fontRef>
        </p:style>
      </p:cxnSp>
      <p:sp>
        <p:nvSpPr>
          <p:cNvPr id="16" name="Date Placeholder">
            <a:extLst>
              <a:ext uri="{FF2B5EF4-FFF2-40B4-BE49-F238E27FC236}">
                <a16:creationId xmlns:a16="http://schemas.microsoft.com/office/drawing/2014/main" id="{4E9ABEC9-48D0-4A93-8FB9-1C4423CDF394}"/>
              </a:ext>
            </a:extLst>
          </p:cNvPr>
          <p:cNvSpPr>
            <a:spLocks noGrp="1"/>
          </p:cNvSpPr>
          <p:nvPr>
            <p:ph type="dt" sz="half" idx="12"/>
          </p:nvPr>
        </p:nvSpPr>
        <p:spPr>
          <a:xfrm>
            <a:off x="391892" y="4474221"/>
            <a:ext cx="4735365" cy="276999"/>
          </a:xfrm>
          <a:prstGeom prst="rect">
            <a:avLst/>
          </a:prstGeom>
        </p:spPr>
        <p:txBody>
          <a:bodyPr wrap="square" lIns="0" tIns="0" rIns="0" bIns="0">
            <a:spAutoFit/>
          </a:bodyPr>
          <a:lstStyle>
            <a:lvl1pPr marL="0" indent="0">
              <a:buNone/>
              <a:defRPr>
                <a:solidFill>
                  <a:srgbClr val="28465F"/>
                </a:solidFill>
              </a:defRPr>
            </a:lvl1pPr>
          </a:lstStyle>
          <a:p>
            <a:endParaRPr lang="en-GB"/>
          </a:p>
        </p:txBody>
      </p:sp>
      <p:sp>
        <p:nvSpPr>
          <p:cNvPr id="23" name="Text Placeholder">
            <a:extLst>
              <a:ext uri="{FF2B5EF4-FFF2-40B4-BE49-F238E27FC236}">
                <a16:creationId xmlns:a16="http://schemas.microsoft.com/office/drawing/2014/main" id="{5658062D-995D-47E2-8802-74BA7DA23522}"/>
              </a:ext>
            </a:extLst>
          </p:cNvPr>
          <p:cNvSpPr>
            <a:spLocks noGrp="1"/>
          </p:cNvSpPr>
          <p:nvPr>
            <p:ph type="body" sz="quarter" idx="13" hasCustomPrompt="1"/>
          </p:nvPr>
        </p:nvSpPr>
        <p:spPr>
          <a:xfrm>
            <a:off x="391892" y="3474580"/>
            <a:ext cx="5551807" cy="228610"/>
          </a:xfrm>
        </p:spPr>
        <p:txBody>
          <a:bodyPr/>
          <a:lstStyle>
            <a:lvl1pPr marL="0" indent="0">
              <a:spcBef>
                <a:spcPts val="0"/>
              </a:spcBef>
              <a:buNone/>
              <a:defRPr sz="1633" b="0">
                <a:solidFill>
                  <a:srgbClr val="28465F"/>
                </a:solidFill>
              </a:defRPr>
            </a:lvl1pPr>
            <a:lvl2pPr marL="0" indent="0">
              <a:buNone/>
              <a:defRPr/>
            </a:lvl2pPr>
            <a:lvl3pPr marL="0" indent="0">
              <a:buNone/>
              <a:defRPr/>
            </a:lvl3pPr>
            <a:lvl4pPr marL="0" indent="0">
              <a:buNone/>
              <a:defRPr/>
            </a:lvl4pPr>
            <a:lvl5pPr marL="0" indent="0">
              <a:buNone/>
              <a:defRPr/>
            </a:lvl5pPr>
            <a:lvl6pPr marL="0" indent="0">
              <a:buNone/>
              <a:defRPr/>
            </a:lvl6pPr>
            <a:lvl7pPr marL="0" indent="0">
              <a:buNone/>
              <a:defRPr/>
            </a:lvl7pPr>
            <a:lvl8pPr marL="0" indent="0">
              <a:buNone/>
              <a:defRPr/>
            </a:lvl8pPr>
            <a:lvl9pPr marL="0" indent="0">
              <a:buNone/>
              <a:defRPr/>
            </a:lvl9pPr>
          </a:lstStyle>
          <a:p>
            <a:pPr lvl="0"/>
            <a:r>
              <a:rPr lang="en-GB"/>
              <a:t>Job title or organization in full</a:t>
            </a:r>
          </a:p>
        </p:txBody>
      </p:sp>
      <p:sp>
        <p:nvSpPr>
          <p:cNvPr id="3" name="Subtitle">
            <a:extLst>
              <a:ext uri="{FF2B5EF4-FFF2-40B4-BE49-F238E27FC236}">
                <a16:creationId xmlns:a16="http://schemas.microsoft.com/office/drawing/2014/main" id="{1D8F0F59-1C5D-4962-A045-A9C50F97C8BD}"/>
              </a:ext>
            </a:extLst>
          </p:cNvPr>
          <p:cNvSpPr>
            <a:spLocks noGrp="1"/>
          </p:cNvSpPr>
          <p:nvPr>
            <p:ph type="subTitle" idx="1"/>
          </p:nvPr>
        </p:nvSpPr>
        <p:spPr>
          <a:xfrm>
            <a:off x="391892" y="3117927"/>
            <a:ext cx="5551807" cy="335051"/>
          </a:xfrm>
        </p:spPr>
        <p:txBody>
          <a:bodyPr wrap="square" anchor="b" anchorCtr="0">
            <a:spAutoFit/>
          </a:bodyPr>
          <a:lstStyle>
            <a:lvl1pPr marL="0" indent="0" algn="l">
              <a:buNone/>
              <a:defRPr sz="2177" b="1">
                <a:solidFill>
                  <a:srgbClr val="28465F"/>
                </a:solidFill>
              </a:defRPr>
            </a:lvl1pPr>
            <a:lvl2pPr marL="414772" indent="0" algn="ctr">
              <a:buNone/>
              <a:defRPr sz="1814"/>
            </a:lvl2pPr>
            <a:lvl3pPr marL="829544" indent="0" algn="ctr">
              <a:buNone/>
              <a:defRPr sz="1633"/>
            </a:lvl3pPr>
            <a:lvl4pPr marL="1244316" indent="0" algn="ctr">
              <a:buNone/>
              <a:defRPr sz="1452"/>
            </a:lvl4pPr>
            <a:lvl5pPr marL="1659087" indent="0" algn="ctr">
              <a:buNone/>
              <a:defRPr sz="1452"/>
            </a:lvl5pPr>
            <a:lvl6pPr marL="2073859" indent="0" algn="ctr">
              <a:buNone/>
              <a:defRPr sz="1452"/>
            </a:lvl6pPr>
            <a:lvl7pPr marL="2488631" indent="0" algn="ctr">
              <a:buNone/>
              <a:defRPr sz="1452"/>
            </a:lvl7pPr>
            <a:lvl8pPr marL="2903403" indent="0" algn="ctr">
              <a:buNone/>
              <a:defRPr sz="1452"/>
            </a:lvl8pPr>
            <a:lvl9pPr marL="3318175" indent="0" algn="ctr">
              <a:buNone/>
              <a:defRPr sz="1452"/>
            </a:lvl9pPr>
          </a:lstStyle>
          <a:p>
            <a:r>
              <a:rPr lang="en-US"/>
              <a:t>Click to edit Master subtitle style</a:t>
            </a:r>
            <a:endParaRPr lang="en-GB"/>
          </a:p>
        </p:txBody>
      </p:sp>
      <p:sp>
        <p:nvSpPr>
          <p:cNvPr id="2" name="Title">
            <a:extLst>
              <a:ext uri="{FF2B5EF4-FFF2-40B4-BE49-F238E27FC236}">
                <a16:creationId xmlns:a16="http://schemas.microsoft.com/office/drawing/2014/main" id="{745746C9-AE92-4285-BEDB-BD0F649CCBEA}"/>
              </a:ext>
            </a:extLst>
          </p:cNvPr>
          <p:cNvSpPr>
            <a:spLocks noGrp="1"/>
          </p:cNvSpPr>
          <p:nvPr>
            <p:ph type="ctrTitle"/>
          </p:nvPr>
        </p:nvSpPr>
        <p:spPr>
          <a:xfrm>
            <a:off x="391892" y="849121"/>
            <a:ext cx="5747753" cy="2024830"/>
          </a:xfrm>
        </p:spPr>
        <p:txBody>
          <a:bodyPr anchor="t" anchorCtr="0"/>
          <a:lstStyle>
            <a:lvl1pPr algn="l">
              <a:defRPr sz="4899">
                <a:solidFill>
                  <a:srgbClr val="28465F"/>
                </a:solidFill>
              </a:defRPr>
            </a:lvl1pPr>
          </a:lstStyle>
          <a:p>
            <a:r>
              <a:rPr lang="en-US"/>
              <a:t>Click to edit Master title style</a:t>
            </a:r>
            <a:endParaRPr lang="en-GB"/>
          </a:p>
        </p:txBody>
      </p:sp>
      <p:pic>
        <p:nvPicPr>
          <p:cNvPr id="18" name="Logo">
            <a:extLst>
              <a:ext uri="{FF2B5EF4-FFF2-40B4-BE49-F238E27FC236}">
                <a16:creationId xmlns:a16="http://schemas.microsoft.com/office/drawing/2014/main" id="{1628EF72-3D7D-4534-B8A0-07A7DB279BC3}"/>
              </a:ext>
            </a:extLst>
          </p:cNvPr>
          <p:cNvPicPr>
            <a:picLocks noChangeAspect="1"/>
          </p:cNvPicPr>
          <p:nvPr userDrawn="1"/>
        </p:nvPicPr>
        <p:blipFill>
          <a:blip r:embed="rId2"/>
          <a:stretch>
            <a:fillRect/>
          </a:stretch>
        </p:blipFill>
        <p:spPr>
          <a:xfrm>
            <a:off x="10414901" y="404525"/>
            <a:ext cx="1391541" cy="1552690"/>
          </a:xfrm>
          <a:prstGeom prst="rect">
            <a:avLst/>
          </a:prstGeom>
        </p:spPr>
      </p:pic>
    </p:spTree>
    <p:extLst>
      <p:ext uri="{BB962C8B-B14F-4D97-AF65-F5344CB8AC3E}">
        <p14:creationId xmlns:p14="http://schemas.microsoft.com/office/powerpoint/2010/main" val="1687372005"/>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2F8CEB2B-5EFD-4202-ADAA-0BF2B0BB2587}"/>
              </a:ext>
            </a:extLst>
          </p:cNvPr>
          <p:cNvSpPr>
            <a:spLocks noGrp="1"/>
          </p:cNvSpPr>
          <p:nvPr>
            <p:ph type="ftr" sz="quarter" idx="11"/>
          </p:nvPr>
        </p:nvSpPr>
        <p:spPr/>
        <p:txBody>
          <a:bodyPr/>
          <a:lstStyle/>
          <a:p>
            <a:endParaRPr lang="en-GB"/>
          </a:p>
        </p:txBody>
      </p:sp>
      <p:sp>
        <p:nvSpPr>
          <p:cNvPr id="6" name="Slide Number Placeholder 5">
            <a:extLst>
              <a:ext uri="{FF2B5EF4-FFF2-40B4-BE49-F238E27FC236}">
                <a16:creationId xmlns:a16="http://schemas.microsoft.com/office/drawing/2014/main" id="{FADE82E8-C18D-4E83-9669-12B8CAB28062}"/>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12" name="Source">
            <a:extLst>
              <a:ext uri="{FF2B5EF4-FFF2-40B4-BE49-F238E27FC236}">
                <a16:creationId xmlns:a16="http://schemas.microsoft.com/office/drawing/2014/main" id="{038A4FA7-56DE-4709-8E96-EAD27BF8B90D}"/>
              </a:ext>
            </a:extLst>
          </p:cNvPr>
          <p:cNvSpPr>
            <a:spLocks noGrp="1"/>
          </p:cNvSpPr>
          <p:nvPr>
            <p:ph type="body" sz="quarter" idx="14" hasCustomPrompt="1"/>
          </p:nvPr>
        </p:nvSpPr>
        <p:spPr>
          <a:xfrm>
            <a:off x="315625" y="6099509"/>
            <a:ext cx="11560822"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3" name="Content Placeholder">
            <a:extLst>
              <a:ext uri="{FF2B5EF4-FFF2-40B4-BE49-F238E27FC236}">
                <a16:creationId xmlns:a16="http://schemas.microsoft.com/office/drawing/2014/main" id="{C20D98F5-A6BE-40E9-8279-CF611382ECFA}"/>
              </a:ext>
            </a:extLst>
          </p:cNvPr>
          <p:cNvSpPr>
            <a:spLocks noGrp="1"/>
          </p:cNvSpPr>
          <p:nvPr>
            <p:ph idx="1"/>
          </p:nvPr>
        </p:nvSpPr>
        <p:spPr>
          <a:xfrm>
            <a:off x="316825" y="1361858"/>
            <a:ext cx="11559622"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1391C38D-A128-4CF7-85A3-37B34B06F10E}"/>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C6B241EE-F6A9-45DB-9B0A-5482DDBC5D59}"/>
              </a:ext>
            </a:extLst>
          </p:cNvPr>
          <p:cNvSpPr>
            <a:spLocks noGrp="1"/>
          </p:cNvSpPr>
          <p:nvPr>
            <p:ph type="title" hasCustomPrompt="1"/>
          </p:nvPr>
        </p:nvSpPr>
        <p:spPr/>
        <p:txBody>
          <a:bodyPr/>
          <a:lstStyle>
            <a:lvl1pPr>
              <a:defRPr/>
            </a:lvl1pPr>
          </a:lstStyle>
          <a:p>
            <a:r>
              <a:rPr lang="en-US"/>
              <a:t>Add title</a:t>
            </a:r>
            <a:endParaRPr lang="en-GB"/>
          </a:p>
        </p:txBody>
      </p:sp>
    </p:spTree>
    <p:extLst>
      <p:ext uri="{BB962C8B-B14F-4D97-AF65-F5344CB8AC3E}">
        <p14:creationId xmlns:p14="http://schemas.microsoft.com/office/powerpoint/2010/main" val="3758615647"/>
      </p:ext>
    </p:extLst>
  </p:cSld>
  <p:clrMapOvr>
    <a:masterClrMapping/>
  </p:clrMapOvr>
  <p:extLst>
    <p:ext uri="{DCECCB84-F9BA-43D5-87BE-67443E8EF086}">
      <p15:sldGuideLst xmlns:p15="http://schemas.microsoft.com/office/powerpoint/2012/main">
        <p15:guide id="1" pos="8249">
          <p15:clr>
            <a:srgbClr val="A4A3A4"/>
          </p15:clr>
        </p15:guide>
        <p15:guide id="3" orient="horz" pos="4328">
          <p15:clr>
            <a:srgbClr val="A4A3A4"/>
          </p15:clr>
        </p15:guide>
        <p15:guide id="4" orient="horz" pos="945">
          <p15:clr>
            <a:srgbClr val="A4A3A4"/>
          </p15:clr>
        </p15:guide>
        <p15:guide id="5" orient="horz" pos="4235">
          <p15:clr>
            <a:srgbClr val="A4A3A4"/>
          </p15:clr>
        </p15:guide>
        <p15:guide id="6" orient="horz" pos="834">
          <p15:clr>
            <a:srgbClr val="A4A3A4"/>
          </p15:clr>
        </p15:guide>
        <p15:guide id="7" orient="horz" pos="561">
          <p15:clr>
            <a:srgbClr val="A4A3A4"/>
          </p15:clr>
        </p15:guide>
        <p15:guide id="8" orient="horz" pos="219">
          <p15:clr>
            <a:srgbClr val="A4A3A4"/>
          </p15:clr>
        </p15:guide>
        <p15:guide id="9" pos="219">
          <p15:clr>
            <a:srgbClr val="A4A3A4"/>
          </p15:clr>
        </p15:guide>
        <p15:guide id="10" orient="horz" pos="606">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rgbClr val="C3CDDC"/>
        </a:solidFill>
        <a:effectLst/>
      </p:bgPr>
    </p:bg>
    <p:spTree>
      <p:nvGrpSpPr>
        <p:cNvPr id="1" name=""/>
        <p:cNvGrpSpPr/>
        <p:nvPr/>
      </p:nvGrpSpPr>
      <p:grpSpPr>
        <a:xfrm>
          <a:off x="0" y="0"/>
          <a:ext cx="0" cy="0"/>
          <a:chOff x="0" y="0"/>
          <a:chExt cx="0" cy="0"/>
        </a:xfrm>
      </p:grpSpPr>
      <p:grpSp>
        <p:nvGrpSpPr>
          <p:cNvPr id="10" name="GROUP_ARC">
            <a:extLst>
              <a:ext uri="{FF2B5EF4-FFF2-40B4-BE49-F238E27FC236}">
                <a16:creationId xmlns:a16="http://schemas.microsoft.com/office/drawing/2014/main" id="{72135305-DBD1-4D7A-8D72-48CFFAA1DDC9}"/>
              </a:ext>
            </a:extLst>
          </p:cNvPr>
          <p:cNvGrpSpPr>
            <a:grpSpLocks noChangeAspect="1"/>
          </p:cNvGrpSpPr>
          <p:nvPr userDrawn="1"/>
        </p:nvGrpSpPr>
        <p:grpSpPr>
          <a:xfrm>
            <a:off x="-9" y="0"/>
            <a:ext cx="12192009" cy="6858295"/>
            <a:chOff x="0" y="0"/>
            <a:chExt cx="12191806" cy="6858000"/>
          </a:xfrm>
        </p:grpSpPr>
        <p:sp>
          <p:nvSpPr>
            <p:cNvPr id="8" name="Oval Bottom Left">
              <a:extLst>
                <a:ext uri="{FF2B5EF4-FFF2-40B4-BE49-F238E27FC236}">
                  <a16:creationId xmlns:a16="http://schemas.microsoft.com/office/drawing/2014/main" id="{03ADF5DE-6ACA-4304-AE96-C69F3E4C6496}"/>
                </a:ext>
              </a:extLst>
            </p:cNvPr>
            <p:cNvSpPr>
              <a:spLocks noChangeArrowheads="1"/>
            </p:cNvSpPr>
            <p:nvPr userDrawn="1"/>
          </p:nvSpPr>
          <p:spPr bwMode="auto">
            <a:xfrm>
              <a:off x="0" y="0"/>
              <a:ext cx="8535073" cy="6858000"/>
            </a:xfrm>
            <a:custGeom>
              <a:avLst/>
              <a:gdLst>
                <a:gd name="connsiteX0" fmla="*/ 0 w 1084667"/>
                <a:gd name="connsiteY0" fmla="*/ 0 h 871538"/>
                <a:gd name="connsiteX1" fmla="*/ 278570 w 1084667"/>
                <a:gd name="connsiteY1" fmla="*/ 0 h 871538"/>
                <a:gd name="connsiteX2" fmla="*/ 329218 w 1084667"/>
                <a:gd name="connsiteY2" fmla="*/ 29154 h 871538"/>
                <a:gd name="connsiteX3" fmla="*/ 1018488 w 1084667"/>
                <a:gd name="connsiteY3" fmla="*/ 746384 h 871538"/>
                <a:gd name="connsiteX4" fmla="*/ 1084667 w 1084667"/>
                <a:gd name="connsiteY4" fmla="*/ 871538 h 871538"/>
                <a:gd name="connsiteX5" fmla="*/ 0 w 1084667"/>
                <a:gd name="connsiteY5" fmla="*/ 871538 h 8715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84667" h="871538">
                  <a:moveTo>
                    <a:pt x="0" y="0"/>
                  </a:moveTo>
                  <a:lnTo>
                    <a:pt x="278570" y="0"/>
                  </a:lnTo>
                  <a:lnTo>
                    <a:pt x="329218" y="29154"/>
                  </a:lnTo>
                  <a:cubicBezTo>
                    <a:pt x="613321" y="208477"/>
                    <a:pt x="850564" y="455023"/>
                    <a:pt x="1018488" y="746384"/>
                  </a:cubicBezTo>
                  <a:lnTo>
                    <a:pt x="1084667" y="871538"/>
                  </a:lnTo>
                  <a:lnTo>
                    <a:pt x="0" y="871538"/>
                  </a:lnTo>
                  <a:close/>
                </a:path>
              </a:pathLst>
            </a:custGeom>
            <a:solidFill>
              <a:schemeClr val="bg1">
                <a:alpha val="30000"/>
              </a:schemeClr>
            </a:solidFill>
            <a:ln>
              <a:noFill/>
            </a:ln>
          </p:spPr>
          <p:txBody>
            <a:bodyPr vert="horz" wrap="square" lIns="91441" tIns="45720" rIns="91441" bIns="45720" numCol="1" anchor="t" anchorCtr="0" compatLnSpc="1">
              <a:prstTxWarp prst="textNoShape">
                <a:avLst/>
              </a:prstTxWarp>
              <a:noAutofit/>
            </a:bodyPr>
            <a:lstStyle/>
            <a:p>
              <a:pPr lvl="0"/>
              <a:endParaRPr lang="en-GB" sz="1633"/>
            </a:p>
          </p:txBody>
        </p:sp>
        <p:sp>
          <p:nvSpPr>
            <p:cNvPr id="9" name="Oval Top Right">
              <a:extLst>
                <a:ext uri="{FF2B5EF4-FFF2-40B4-BE49-F238E27FC236}">
                  <a16:creationId xmlns:a16="http://schemas.microsoft.com/office/drawing/2014/main" id="{336B59E9-E2D4-4B2C-9576-CE5377A4B6D6}"/>
                </a:ext>
              </a:extLst>
            </p:cNvPr>
            <p:cNvSpPr>
              <a:spLocks noChangeArrowheads="1"/>
            </p:cNvSpPr>
            <p:nvPr userDrawn="1"/>
          </p:nvSpPr>
          <p:spPr bwMode="auto">
            <a:xfrm>
              <a:off x="4257347" y="0"/>
              <a:ext cx="7934459" cy="3262818"/>
            </a:xfrm>
            <a:custGeom>
              <a:avLst/>
              <a:gdLst>
                <a:gd name="connsiteX0" fmla="*/ 0 w 1008339"/>
                <a:gd name="connsiteY0" fmla="*/ 0 h 414650"/>
                <a:gd name="connsiteX1" fmla="*/ 1008339 w 1008339"/>
                <a:gd name="connsiteY1" fmla="*/ 0 h 414650"/>
                <a:gd name="connsiteX2" fmla="*/ 1008339 w 1008339"/>
                <a:gd name="connsiteY2" fmla="*/ 414650 h 414650"/>
                <a:gd name="connsiteX3" fmla="*/ 951681 w 1008339"/>
                <a:gd name="connsiteY3" fmla="*/ 411795 h 414650"/>
                <a:gd name="connsiteX4" fmla="*/ 78719 w 1008339"/>
                <a:gd name="connsiteY4" fmla="*/ 66005 h 4146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8339" h="414650">
                  <a:moveTo>
                    <a:pt x="0" y="0"/>
                  </a:moveTo>
                  <a:lnTo>
                    <a:pt x="1008339" y="0"/>
                  </a:lnTo>
                  <a:lnTo>
                    <a:pt x="1008339" y="414650"/>
                  </a:lnTo>
                  <a:lnTo>
                    <a:pt x="951681" y="411795"/>
                  </a:lnTo>
                  <a:cubicBezTo>
                    <a:pt x="625225" y="378718"/>
                    <a:pt x="325657" y="254894"/>
                    <a:pt x="78719" y="66005"/>
                  </a:cubicBezTo>
                  <a:close/>
                </a:path>
              </a:pathLst>
            </a:custGeom>
            <a:solidFill>
              <a:schemeClr val="bg1">
                <a:alpha val="30000"/>
              </a:schemeClr>
            </a:solidFill>
            <a:ln>
              <a:noFill/>
            </a:ln>
          </p:spPr>
          <p:txBody>
            <a:bodyPr vert="horz" wrap="square" lIns="91441" tIns="45720" rIns="91441" bIns="45720" numCol="1" anchor="t" anchorCtr="0" compatLnSpc="1">
              <a:prstTxWarp prst="textNoShape">
                <a:avLst/>
              </a:prstTxWarp>
              <a:noAutofit/>
            </a:bodyPr>
            <a:lstStyle/>
            <a:p>
              <a:pPr lvl="0"/>
              <a:endParaRPr lang="en-GB" sz="1633"/>
            </a:p>
          </p:txBody>
        </p:sp>
      </p:grpSp>
      <p:sp>
        <p:nvSpPr>
          <p:cNvPr id="6" name="Slide Number Placeholder">
            <a:extLst>
              <a:ext uri="{FF2B5EF4-FFF2-40B4-BE49-F238E27FC236}">
                <a16:creationId xmlns:a16="http://schemas.microsoft.com/office/drawing/2014/main" id="{1709F815-4183-410D-AD6B-95F626655896}"/>
              </a:ext>
            </a:extLst>
          </p:cNvPr>
          <p:cNvSpPr>
            <a:spLocks noGrp="1"/>
          </p:cNvSpPr>
          <p:nvPr>
            <p:ph type="sldNum" sz="quarter" idx="12"/>
          </p:nvPr>
        </p:nvSpPr>
        <p:spPr/>
        <p:txBody>
          <a:bodyPr/>
          <a:lstStyle>
            <a:lvl1pPr>
              <a:defRPr>
                <a:solidFill>
                  <a:srgbClr val="28465F"/>
                </a:solidFill>
              </a:defRPr>
            </a:lvl1pPr>
          </a:lstStyle>
          <a:p>
            <a:fld id="{C30A1311-C316-4992-B31B-E2EB28E45515}" type="slidenum">
              <a:rPr lang="en-GB" smtClean="0"/>
              <a:pPr/>
              <a:t>‹#›</a:t>
            </a:fld>
            <a:endParaRPr lang="en-GB"/>
          </a:p>
        </p:txBody>
      </p:sp>
      <p:sp>
        <p:nvSpPr>
          <p:cNvPr id="5" name="Footer Placeholder">
            <a:extLst>
              <a:ext uri="{FF2B5EF4-FFF2-40B4-BE49-F238E27FC236}">
                <a16:creationId xmlns:a16="http://schemas.microsoft.com/office/drawing/2014/main" id="{CC86EF21-AE3E-4698-8F01-5402F1717BA1}"/>
              </a:ext>
            </a:extLst>
          </p:cNvPr>
          <p:cNvSpPr>
            <a:spLocks noGrp="1"/>
          </p:cNvSpPr>
          <p:nvPr>
            <p:ph type="ftr" sz="quarter" idx="11"/>
          </p:nvPr>
        </p:nvSpPr>
        <p:spPr/>
        <p:txBody>
          <a:bodyPr/>
          <a:lstStyle>
            <a:lvl1pPr>
              <a:defRPr>
                <a:solidFill>
                  <a:srgbClr val="28465F"/>
                </a:solidFill>
              </a:defRPr>
            </a:lvl1pPr>
          </a:lstStyle>
          <a:p>
            <a:endParaRPr lang="en-GB"/>
          </a:p>
        </p:txBody>
      </p:sp>
      <p:sp>
        <p:nvSpPr>
          <p:cNvPr id="7" name="Nest">
            <a:extLst>
              <a:ext uri="{FF2B5EF4-FFF2-40B4-BE49-F238E27FC236}">
                <a16:creationId xmlns:a16="http://schemas.microsoft.com/office/drawing/2014/main" id="{CBBB80D1-142E-45E4-A011-23B85A2661F9}"/>
              </a:ext>
            </a:extLst>
          </p:cNvPr>
          <p:cNvSpPr/>
          <p:nvPr userDrawn="1"/>
        </p:nvSpPr>
        <p:spPr>
          <a:xfrm>
            <a:off x="316779" y="6626125"/>
            <a:ext cx="251573" cy="146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noAutofit/>
          </a:bodyPr>
          <a:lstStyle/>
          <a:p>
            <a:pPr marL="0" indent="0" algn="l">
              <a:buNone/>
            </a:pPr>
            <a:r>
              <a:rPr lang="en-GB" sz="907" b="1">
                <a:solidFill>
                  <a:srgbClr val="28465F"/>
                </a:solidFill>
              </a:rPr>
              <a:t>Nest</a:t>
            </a:r>
          </a:p>
        </p:txBody>
      </p:sp>
      <p:sp>
        <p:nvSpPr>
          <p:cNvPr id="3" name="Text Placeholder">
            <a:extLst>
              <a:ext uri="{FF2B5EF4-FFF2-40B4-BE49-F238E27FC236}">
                <a16:creationId xmlns:a16="http://schemas.microsoft.com/office/drawing/2014/main" id="{BDF69D0B-A7E6-4EB2-9281-D708AAA9F7A3}"/>
              </a:ext>
            </a:extLst>
          </p:cNvPr>
          <p:cNvSpPr>
            <a:spLocks noGrp="1"/>
          </p:cNvSpPr>
          <p:nvPr>
            <p:ph type="body" idx="1"/>
          </p:nvPr>
        </p:nvSpPr>
        <p:spPr>
          <a:xfrm>
            <a:off x="391892" y="3886670"/>
            <a:ext cx="11383054" cy="391903"/>
          </a:xfrm>
        </p:spPr>
        <p:txBody>
          <a:bodyPr/>
          <a:lstStyle>
            <a:lvl1pPr marL="0" indent="0" algn="ctr">
              <a:buNone/>
              <a:defRPr sz="2177">
                <a:solidFill>
                  <a:srgbClr val="28465F"/>
                </a:solidFill>
              </a:defRPr>
            </a:lvl1pPr>
            <a:lvl2pPr marL="414772" indent="0">
              <a:buNone/>
              <a:defRPr sz="1814">
                <a:solidFill>
                  <a:schemeClr val="tx1">
                    <a:tint val="75000"/>
                  </a:schemeClr>
                </a:solidFill>
              </a:defRPr>
            </a:lvl2pPr>
            <a:lvl3pPr marL="829544" indent="0">
              <a:buNone/>
              <a:defRPr sz="1633">
                <a:solidFill>
                  <a:schemeClr val="tx1">
                    <a:tint val="75000"/>
                  </a:schemeClr>
                </a:solidFill>
              </a:defRPr>
            </a:lvl3pPr>
            <a:lvl4pPr marL="1244316" indent="0">
              <a:buNone/>
              <a:defRPr sz="1452">
                <a:solidFill>
                  <a:schemeClr val="tx1">
                    <a:tint val="75000"/>
                  </a:schemeClr>
                </a:solidFill>
              </a:defRPr>
            </a:lvl4pPr>
            <a:lvl5pPr marL="1659087" indent="0">
              <a:buNone/>
              <a:defRPr sz="1452">
                <a:solidFill>
                  <a:schemeClr val="tx1">
                    <a:tint val="75000"/>
                  </a:schemeClr>
                </a:solidFill>
              </a:defRPr>
            </a:lvl5pPr>
            <a:lvl6pPr marL="2073859" indent="0">
              <a:buNone/>
              <a:defRPr sz="1452">
                <a:solidFill>
                  <a:schemeClr val="tx1">
                    <a:tint val="75000"/>
                  </a:schemeClr>
                </a:solidFill>
              </a:defRPr>
            </a:lvl6pPr>
            <a:lvl7pPr marL="2488631" indent="0">
              <a:buNone/>
              <a:defRPr sz="1452">
                <a:solidFill>
                  <a:schemeClr val="tx1">
                    <a:tint val="75000"/>
                  </a:schemeClr>
                </a:solidFill>
              </a:defRPr>
            </a:lvl7pPr>
            <a:lvl8pPr marL="2903403" indent="0">
              <a:buNone/>
              <a:defRPr sz="1452">
                <a:solidFill>
                  <a:schemeClr val="tx1">
                    <a:tint val="75000"/>
                  </a:schemeClr>
                </a:solidFill>
              </a:defRPr>
            </a:lvl8pPr>
            <a:lvl9pPr marL="3318175" indent="0">
              <a:buNone/>
              <a:defRPr sz="1452">
                <a:solidFill>
                  <a:schemeClr val="tx1">
                    <a:tint val="75000"/>
                  </a:schemeClr>
                </a:solidFill>
              </a:defRPr>
            </a:lvl9pPr>
          </a:lstStyle>
          <a:p>
            <a:pPr lvl="0"/>
            <a:r>
              <a:rPr lang="en-US"/>
              <a:t>Click to edit Master text styles</a:t>
            </a:r>
          </a:p>
        </p:txBody>
      </p:sp>
      <p:sp>
        <p:nvSpPr>
          <p:cNvPr id="2" name="Title">
            <a:extLst>
              <a:ext uri="{FF2B5EF4-FFF2-40B4-BE49-F238E27FC236}">
                <a16:creationId xmlns:a16="http://schemas.microsoft.com/office/drawing/2014/main" id="{B1C9E89D-1571-49B6-A680-FCB496F22364}"/>
              </a:ext>
            </a:extLst>
          </p:cNvPr>
          <p:cNvSpPr>
            <a:spLocks noGrp="1"/>
          </p:cNvSpPr>
          <p:nvPr>
            <p:ph type="title"/>
          </p:nvPr>
        </p:nvSpPr>
        <p:spPr>
          <a:xfrm>
            <a:off x="391892" y="2063055"/>
            <a:ext cx="11395714" cy="1632927"/>
          </a:xfrm>
        </p:spPr>
        <p:txBody>
          <a:bodyPr anchor="b"/>
          <a:lstStyle>
            <a:lvl1pPr algn="ctr">
              <a:defRPr sz="4355">
                <a:solidFill>
                  <a:srgbClr val="28465F"/>
                </a:solidFill>
              </a:defRPr>
            </a:lvl1pPr>
          </a:lstStyle>
          <a:p>
            <a:r>
              <a:rPr lang="en-US"/>
              <a:t>Click to edit Master title style</a:t>
            </a:r>
            <a:endParaRPr lang="en-GB"/>
          </a:p>
        </p:txBody>
      </p:sp>
    </p:spTree>
    <p:extLst>
      <p:ext uri="{BB962C8B-B14F-4D97-AF65-F5344CB8AC3E}">
        <p14:creationId xmlns:p14="http://schemas.microsoft.com/office/powerpoint/2010/main" val="3508271720"/>
      </p:ext>
    </p:extLst>
  </p:cSld>
  <p:clrMapOvr>
    <a:masterClrMapping/>
  </p:clrMapOvr>
  <p:extLst>
    <p:ext uri="{DCECCB84-F9BA-43D5-87BE-67443E8EF086}">
      <p15:sldGuideLst xmlns:p15="http://schemas.microsoft.com/office/powerpoint/2012/main">
        <p15:guide id="1" orient="horz" pos="2381">
          <p15:clr>
            <a:srgbClr val="FBAE40"/>
          </p15:clr>
        </p15:guide>
        <p15:guide id="2" pos="4233">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03735391-746F-43CE-8533-822FDECA146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6" name="Footer Placeholder">
            <a:extLst>
              <a:ext uri="{FF2B5EF4-FFF2-40B4-BE49-F238E27FC236}">
                <a16:creationId xmlns:a16="http://schemas.microsoft.com/office/drawing/2014/main" id="{663C73B5-A260-4311-AA85-BC1C139DBF08}"/>
              </a:ext>
            </a:extLst>
          </p:cNvPr>
          <p:cNvSpPr>
            <a:spLocks noGrp="1"/>
          </p:cNvSpPr>
          <p:nvPr>
            <p:ph type="ftr" sz="quarter" idx="11"/>
          </p:nvPr>
        </p:nvSpPr>
        <p:spPr/>
        <p:txBody>
          <a:bodyPr/>
          <a:lstStyle/>
          <a:p>
            <a:endParaRPr lang="en-GB"/>
          </a:p>
        </p:txBody>
      </p:sp>
      <p:sp>
        <p:nvSpPr>
          <p:cNvPr id="11" name="Source 2">
            <a:extLst>
              <a:ext uri="{FF2B5EF4-FFF2-40B4-BE49-F238E27FC236}">
                <a16:creationId xmlns:a16="http://schemas.microsoft.com/office/drawing/2014/main" id="{33C6A89A-DEEE-407D-8F94-1BAA0FC73BC1}"/>
              </a:ext>
            </a:extLst>
          </p:cNvPr>
          <p:cNvSpPr>
            <a:spLocks noGrp="1"/>
          </p:cNvSpPr>
          <p:nvPr>
            <p:ph type="body" sz="quarter" idx="15" hasCustomPrompt="1"/>
          </p:nvPr>
        </p:nvSpPr>
        <p:spPr>
          <a:xfrm>
            <a:off x="6293182" y="6099509"/>
            <a:ext cx="5584465"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0" name="Source 1">
            <a:extLst>
              <a:ext uri="{FF2B5EF4-FFF2-40B4-BE49-F238E27FC236}">
                <a16:creationId xmlns:a16="http://schemas.microsoft.com/office/drawing/2014/main" id="{AF5A387F-4A27-48FD-AC53-73730C70AECB}"/>
              </a:ext>
            </a:extLst>
          </p:cNvPr>
          <p:cNvSpPr>
            <a:spLocks noGrp="1"/>
          </p:cNvSpPr>
          <p:nvPr>
            <p:ph type="body" sz="quarter" idx="14" hasCustomPrompt="1"/>
          </p:nvPr>
        </p:nvSpPr>
        <p:spPr>
          <a:xfrm>
            <a:off x="315625" y="6099509"/>
            <a:ext cx="5584465"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4" name="Content Placeholder 2">
            <a:extLst>
              <a:ext uri="{FF2B5EF4-FFF2-40B4-BE49-F238E27FC236}">
                <a16:creationId xmlns:a16="http://schemas.microsoft.com/office/drawing/2014/main" id="{1C2B7B30-7635-4053-B1F9-E86AA8F868BC}"/>
              </a:ext>
            </a:extLst>
          </p:cNvPr>
          <p:cNvSpPr>
            <a:spLocks noGrp="1"/>
          </p:cNvSpPr>
          <p:nvPr>
            <p:ph sz="half" idx="2"/>
          </p:nvPr>
        </p:nvSpPr>
        <p:spPr>
          <a:xfrm>
            <a:off x="6293182" y="1361858"/>
            <a:ext cx="5584465"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1">
            <a:extLst>
              <a:ext uri="{FF2B5EF4-FFF2-40B4-BE49-F238E27FC236}">
                <a16:creationId xmlns:a16="http://schemas.microsoft.com/office/drawing/2014/main" id="{A95987AD-7CA4-4676-AF39-FA61878E600D}"/>
              </a:ext>
            </a:extLst>
          </p:cNvPr>
          <p:cNvSpPr>
            <a:spLocks noGrp="1"/>
          </p:cNvSpPr>
          <p:nvPr>
            <p:ph sz="half" idx="1"/>
          </p:nvPr>
        </p:nvSpPr>
        <p:spPr>
          <a:xfrm>
            <a:off x="316825" y="1361858"/>
            <a:ext cx="5584465"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7010D391-917F-4136-A93F-C105240E6C07}"/>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9B0E1B74-16B4-4983-81C8-62914998CFD9}"/>
              </a:ext>
            </a:extLst>
          </p:cNvPr>
          <p:cNvSpPr>
            <a:spLocks noGrp="1"/>
          </p:cNvSpPr>
          <p:nvPr>
            <p:ph type="title" hasCustomPrompt="1"/>
          </p:nvPr>
        </p:nvSpPr>
        <p:spPr/>
        <p:txBody>
          <a:bodyPr/>
          <a:lstStyle>
            <a:lvl1pPr>
              <a:defRPr/>
            </a:lvl1pPr>
          </a:lstStyle>
          <a:p>
            <a:r>
              <a:rPr lang="en-US"/>
              <a:t>Add title</a:t>
            </a:r>
            <a:endParaRPr lang="en-GB"/>
          </a:p>
        </p:txBody>
      </p:sp>
    </p:spTree>
    <p:extLst>
      <p:ext uri="{BB962C8B-B14F-4D97-AF65-F5344CB8AC3E}">
        <p14:creationId xmlns:p14="http://schemas.microsoft.com/office/powerpoint/2010/main" val="3743520626"/>
      </p:ext>
    </p:extLst>
  </p:cSld>
  <p:clrMapOvr>
    <a:masterClrMapping/>
  </p:clrMapOvr>
  <p:extLst>
    <p:ext uri="{DCECCB84-F9BA-43D5-87BE-67443E8EF086}">
      <p15:sldGuideLst xmlns:p15="http://schemas.microsoft.com/office/powerpoint/2012/main">
        <p15:guide id="1" pos="219">
          <p15:clr>
            <a:srgbClr val="A4A3A4"/>
          </p15:clr>
        </p15:guide>
        <p15:guide id="2" orient="horz" pos="219">
          <p15:clr>
            <a:srgbClr val="A4A3A4"/>
          </p15:clr>
        </p15:guide>
        <p15:guide id="3" orient="horz" pos="561">
          <p15:clr>
            <a:srgbClr val="A4A3A4"/>
          </p15:clr>
        </p15:guide>
        <p15:guide id="4" orient="horz" pos="606">
          <p15:clr>
            <a:srgbClr val="A4A3A4"/>
          </p15:clr>
        </p15:guide>
        <p15:guide id="5" orient="horz" pos="834">
          <p15:clr>
            <a:srgbClr val="A4A3A4"/>
          </p15:clr>
        </p15:guide>
        <p15:guide id="6" orient="horz" pos="945">
          <p15:clr>
            <a:srgbClr val="A4A3A4"/>
          </p15:clr>
        </p15:guide>
        <p15:guide id="8" orient="horz" pos="4328">
          <p15:clr>
            <a:srgbClr val="A4A3A4"/>
          </p15:clr>
        </p15:guide>
        <p15:guide id="9" orient="horz" pos="4235">
          <p15:clr>
            <a:srgbClr val="A4A3A4"/>
          </p15:clr>
        </p15:guide>
        <p15:guide id="10" pos="4098">
          <p15:clr>
            <a:srgbClr val="A4A3A4"/>
          </p15:clr>
        </p15:guide>
        <p15:guide id="11" pos="4369">
          <p15:clr>
            <a:srgbClr val="A4A3A4"/>
          </p15:clr>
        </p15:guide>
        <p15:guide id="12" pos="8249">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 Content">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03735391-746F-43CE-8533-822FDECA146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6" name="Footer Placeholder">
            <a:extLst>
              <a:ext uri="{FF2B5EF4-FFF2-40B4-BE49-F238E27FC236}">
                <a16:creationId xmlns:a16="http://schemas.microsoft.com/office/drawing/2014/main" id="{663C73B5-A260-4311-AA85-BC1C139DBF08}"/>
              </a:ext>
            </a:extLst>
          </p:cNvPr>
          <p:cNvSpPr>
            <a:spLocks noGrp="1"/>
          </p:cNvSpPr>
          <p:nvPr>
            <p:ph type="ftr" sz="quarter" idx="11"/>
          </p:nvPr>
        </p:nvSpPr>
        <p:spPr/>
        <p:txBody>
          <a:bodyPr/>
          <a:lstStyle/>
          <a:p>
            <a:endParaRPr lang="en-GB"/>
          </a:p>
        </p:txBody>
      </p:sp>
      <p:sp>
        <p:nvSpPr>
          <p:cNvPr id="11" name="Source 2">
            <a:extLst>
              <a:ext uri="{FF2B5EF4-FFF2-40B4-BE49-F238E27FC236}">
                <a16:creationId xmlns:a16="http://schemas.microsoft.com/office/drawing/2014/main" id="{33C6A89A-DEEE-407D-8F94-1BAA0FC73BC1}"/>
              </a:ext>
            </a:extLst>
          </p:cNvPr>
          <p:cNvSpPr>
            <a:spLocks noGrp="1"/>
          </p:cNvSpPr>
          <p:nvPr>
            <p:ph type="body" sz="quarter" idx="15" hasCustomPrompt="1"/>
          </p:nvPr>
        </p:nvSpPr>
        <p:spPr>
          <a:xfrm>
            <a:off x="4300192" y="6099509"/>
            <a:ext cx="757745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0" name="Source 1">
            <a:extLst>
              <a:ext uri="{FF2B5EF4-FFF2-40B4-BE49-F238E27FC236}">
                <a16:creationId xmlns:a16="http://schemas.microsoft.com/office/drawing/2014/main" id="{AF5A387F-4A27-48FD-AC53-73730C70AECB}"/>
              </a:ext>
            </a:extLst>
          </p:cNvPr>
          <p:cNvSpPr>
            <a:spLocks noGrp="1"/>
          </p:cNvSpPr>
          <p:nvPr>
            <p:ph type="body" sz="quarter" idx="14" hasCustomPrompt="1"/>
          </p:nvPr>
        </p:nvSpPr>
        <p:spPr>
          <a:xfrm>
            <a:off x="315625" y="6099509"/>
            <a:ext cx="359234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4" name="Content Placeholder 2">
            <a:extLst>
              <a:ext uri="{FF2B5EF4-FFF2-40B4-BE49-F238E27FC236}">
                <a16:creationId xmlns:a16="http://schemas.microsoft.com/office/drawing/2014/main" id="{1C2B7B30-7635-4053-B1F9-E86AA8F868BC}"/>
              </a:ext>
            </a:extLst>
          </p:cNvPr>
          <p:cNvSpPr>
            <a:spLocks noGrp="1"/>
          </p:cNvSpPr>
          <p:nvPr>
            <p:ph sz="half" idx="2"/>
          </p:nvPr>
        </p:nvSpPr>
        <p:spPr>
          <a:xfrm>
            <a:off x="4300192" y="1361858"/>
            <a:ext cx="757745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1">
            <a:extLst>
              <a:ext uri="{FF2B5EF4-FFF2-40B4-BE49-F238E27FC236}">
                <a16:creationId xmlns:a16="http://schemas.microsoft.com/office/drawing/2014/main" id="{A95987AD-7CA4-4676-AF39-FA61878E600D}"/>
              </a:ext>
            </a:extLst>
          </p:cNvPr>
          <p:cNvSpPr>
            <a:spLocks noGrp="1"/>
          </p:cNvSpPr>
          <p:nvPr>
            <p:ph sz="half" idx="1"/>
          </p:nvPr>
        </p:nvSpPr>
        <p:spPr>
          <a:xfrm>
            <a:off x="316825" y="1361858"/>
            <a:ext cx="359234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7010D391-917F-4136-A93F-C105240E6C07}"/>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9B0E1B74-16B4-4983-81C8-62914998CFD9}"/>
              </a:ext>
            </a:extLst>
          </p:cNvPr>
          <p:cNvSpPr>
            <a:spLocks noGrp="1"/>
          </p:cNvSpPr>
          <p:nvPr>
            <p:ph type="title" hasCustomPrompt="1"/>
          </p:nvPr>
        </p:nvSpPr>
        <p:spPr/>
        <p:txBody>
          <a:bodyPr/>
          <a:lstStyle>
            <a:lvl1pPr>
              <a:defRPr/>
            </a:lvl1pPr>
          </a:lstStyle>
          <a:p>
            <a:r>
              <a:rPr lang="en-US"/>
              <a:t>Add title</a:t>
            </a:r>
            <a:endParaRPr lang="en-GB"/>
          </a:p>
        </p:txBody>
      </p:sp>
    </p:spTree>
    <p:extLst>
      <p:ext uri="{BB962C8B-B14F-4D97-AF65-F5344CB8AC3E}">
        <p14:creationId xmlns:p14="http://schemas.microsoft.com/office/powerpoint/2010/main" val="3817056615"/>
      </p:ext>
    </p:extLst>
  </p:cSld>
  <p:clrMapOvr>
    <a:masterClrMapping/>
  </p:clrMapOvr>
  <p:extLst>
    <p:ext uri="{DCECCB84-F9BA-43D5-87BE-67443E8EF086}">
      <p15:sldGuideLst xmlns:p15="http://schemas.microsoft.com/office/powerpoint/2012/main">
        <p15:guide id="1" pos="219">
          <p15:clr>
            <a:srgbClr val="A4A3A4"/>
          </p15:clr>
        </p15:guide>
        <p15:guide id="2" orient="horz" pos="219">
          <p15:clr>
            <a:srgbClr val="A4A3A4"/>
          </p15:clr>
        </p15:guide>
        <p15:guide id="3" pos="2715">
          <p15:clr>
            <a:srgbClr val="A4A3A4"/>
          </p15:clr>
        </p15:guide>
        <p15:guide id="4" pos="2987">
          <p15:clr>
            <a:srgbClr val="A4A3A4"/>
          </p15:clr>
        </p15:guide>
        <p15:guide id="5" pos="8249">
          <p15:clr>
            <a:srgbClr val="A4A3A4"/>
          </p15:clr>
        </p15:guide>
        <p15:guide id="6" orient="horz" pos="561">
          <p15:clr>
            <a:srgbClr val="A4A3A4"/>
          </p15:clr>
        </p15:guide>
        <p15:guide id="7" orient="horz" pos="606">
          <p15:clr>
            <a:srgbClr val="A4A3A4"/>
          </p15:clr>
        </p15:guide>
        <p15:guide id="8" orient="horz" pos="834">
          <p15:clr>
            <a:srgbClr val="A4A3A4"/>
          </p15:clr>
        </p15:guide>
        <p15:guide id="9" orient="horz" pos="945">
          <p15:clr>
            <a:srgbClr val="A4A3A4"/>
          </p15:clr>
        </p15:guide>
        <p15:guide id="10" orient="horz" pos="4235">
          <p15:clr>
            <a:srgbClr val="A4A3A4"/>
          </p15:clr>
        </p15:guide>
        <p15:guide id="11" orient="horz" pos="432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2:1 Content">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03735391-746F-43CE-8533-822FDECA146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6" name="Footer Placeholder">
            <a:extLst>
              <a:ext uri="{FF2B5EF4-FFF2-40B4-BE49-F238E27FC236}">
                <a16:creationId xmlns:a16="http://schemas.microsoft.com/office/drawing/2014/main" id="{663C73B5-A260-4311-AA85-BC1C139DBF08}"/>
              </a:ext>
            </a:extLst>
          </p:cNvPr>
          <p:cNvSpPr>
            <a:spLocks noGrp="1"/>
          </p:cNvSpPr>
          <p:nvPr>
            <p:ph type="ftr" sz="quarter" idx="11"/>
          </p:nvPr>
        </p:nvSpPr>
        <p:spPr/>
        <p:txBody>
          <a:bodyPr/>
          <a:lstStyle/>
          <a:p>
            <a:endParaRPr lang="en-GB"/>
          </a:p>
        </p:txBody>
      </p:sp>
      <p:sp>
        <p:nvSpPr>
          <p:cNvPr id="11" name="Source 2">
            <a:extLst>
              <a:ext uri="{FF2B5EF4-FFF2-40B4-BE49-F238E27FC236}">
                <a16:creationId xmlns:a16="http://schemas.microsoft.com/office/drawing/2014/main" id="{33C6A89A-DEEE-407D-8F94-1BAA0FC73BC1}"/>
              </a:ext>
            </a:extLst>
          </p:cNvPr>
          <p:cNvSpPr>
            <a:spLocks noGrp="1"/>
          </p:cNvSpPr>
          <p:nvPr>
            <p:ph type="body" sz="quarter" idx="15" hasCustomPrompt="1"/>
          </p:nvPr>
        </p:nvSpPr>
        <p:spPr>
          <a:xfrm>
            <a:off x="8285255" y="6099509"/>
            <a:ext cx="359234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0" name="Source 1">
            <a:extLst>
              <a:ext uri="{FF2B5EF4-FFF2-40B4-BE49-F238E27FC236}">
                <a16:creationId xmlns:a16="http://schemas.microsoft.com/office/drawing/2014/main" id="{AF5A387F-4A27-48FD-AC53-73730C70AECB}"/>
              </a:ext>
            </a:extLst>
          </p:cNvPr>
          <p:cNvSpPr>
            <a:spLocks noGrp="1"/>
          </p:cNvSpPr>
          <p:nvPr>
            <p:ph type="body" sz="quarter" idx="14" hasCustomPrompt="1"/>
          </p:nvPr>
        </p:nvSpPr>
        <p:spPr>
          <a:xfrm>
            <a:off x="315625" y="6099509"/>
            <a:ext cx="7576584"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4" name="Content Placeholder 2">
            <a:extLst>
              <a:ext uri="{FF2B5EF4-FFF2-40B4-BE49-F238E27FC236}">
                <a16:creationId xmlns:a16="http://schemas.microsoft.com/office/drawing/2014/main" id="{1C2B7B30-7635-4053-B1F9-E86AA8F868BC}"/>
              </a:ext>
            </a:extLst>
          </p:cNvPr>
          <p:cNvSpPr>
            <a:spLocks noGrp="1"/>
          </p:cNvSpPr>
          <p:nvPr>
            <p:ph sz="half" idx="2"/>
          </p:nvPr>
        </p:nvSpPr>
        <p:spPr>
          <a:xfrm>
            <a:off x="8285255" y="1361858"/>
            <a:ext cx="359234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1">
            <a:extLst>
              <a:ext uri="{FF2B5EF4-FFF2-40B4-BE49-F238E27FC236}">
                <a16:creationId xmlns:a16="http://schemas.microsoft.com/office/drawing/2014/main" id="{A95987AD-7CA4-4676-AF39-FA61878E600D}"/>
              </a:ext>
            </a:extLst>
          </p:cNvPr>
          <p:cNvSpPr>
            <a:spLocks noGrp="1"/>
          </p:cNvSpPr>
          <p:nvPr>
            <p:ph sz="half" idx="1"/>
          </p:nvPr>
        </p:nvSpPr>
        <p:spPr>
          <a:xfrm>
            <a:off x="316825" y="1361858"/>
            <a:ext cx="7576584"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7010D391-917F-4136-A93F-C105240E6C07}"/>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9B0E1B74-16B4-4983-81C8-62914998CFD9}"/>
              </a:ext>
            </a:extLst>
          </p:cNvPr>
          <p:cNvSpPr>
            <a:spLocks noGrp="1"/>
          </p:cNvSpPr>
          <p:nvPr>
            <p:ph type="title" hasCustomPrompt="1"/>
          </p:nvPr>
        </p:nvSpPr>
        <p:spPr>
          <a:xfrm>
            <a:off x="316779" y="316788"/>
            <a:ext cx="11560822"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3596403041"/>
      </p:ext>
    </p:extLst>
  </p:cSld>
  <p:clrMapOvr>
    <a:masterClrMapping/>
  </p:clrMapOvr>
  <p:extLst>
    <p:ext uri="{DCECCB84-F9BA-43D5-87BE-67443E8EF086}">
      <p15:sldGuideLst xmlns:p15="http://schemas.microsoft.com/office/powerpoint/2012/main">
        <p15:guide id="1" pos="219">
          <p15:clr>
            <a:srgbClr val="A4A3A4"/>
          </p15:clr>
        </p15:guide>
        <p15:guide id="2" orient="horz" pos="219">
          <p15:clr>
            <a:srgbClr val="A4A3A4"/>
          </p15:clr>
        </p15:guide>
        <p15:guide id="3" pos="8249">
          <p15:clr>
            <a:srgbClr val="A4A3A4"/>
          </p15:clr>
        </p15:guide>
        <p15:guide id="4" orient="horz" pos="561">
          <p15:clr>
            <a:srgbClr val="A4A3A4"/>
          </p15:clr>
        </p15:guide>
        <p15:guide id="5" orient="horz" pos="606">
          <p15:clr>
            <a:srgbClr val="A4A3A4"/>
          </p15:clr>
        </p15:guide>
        <p15:guide id="6" orient="horz" pos="834">
          <p15:clr>
            <a:srgbClr val="A4A3A4"/>
          </p15:clr>
        </p15:guide>
        <p15:guide id="7" orient="horz" pos="945">
          <p15:clr>
            <a:srgbClr val="A4A3A4"/>
          </p15:clr>
        </p15:guide>
        <p15:guide id="8" orient="horz" pos="4235">
          <p15:clr>
            <a:srgbClr val="A4A3A4"/>
          </p15:clr>
        </p15:guide>
        <p15:guide id="9" orient="horz" pos="4328">
          <p15:clr>
            <a:srgbClr val="A4A3A4"/>
          </p15:clr>
        </p15:guide>
        <p15:guide id="10" pos="5483">
          <p15:clr>
            <a:srgbClr val="A4A3A4"/>
          </p15:clr>
        </p15:guide>
        <p15:guide id="11" pos="5753">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Content">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03735391-746F-43CE-8533-822FDECA146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6" name="Footer Placeholder">
            <a:extLst>
              <a:ext uri="{FF2B5EF4-FFF2-40B4-BE49-F238E27FC236}">
                <a16:creationId xmlns:a16="http://schemas.microsoft.com/office/drawing/2014/main" id="{663C73B5-A260-4311-AA85-BC1C139DBF08}"/>
              </a:ext>
            </a:extLst>
          </p:cNvPr>
          <p:cNvSpPr>
            <a:spLocks noGrp="1"/>
          </p:cNvSpPr>
          <p:nvPr>
            <p:ph type="ftr" sz="quarter" idx="11"/>
          </p:nvPr>
        </p:nvSpPr>
        <p:spPr/>
        <p:txBody>
          <a:bodyPr/>
          <a:lstStyle/>
          <a:p>
            <a:endParaRPr lang="en-GB"/>
          </a:p>
        </p:txBody>
      </p:sp>
      <p:sp>
        <p:nvSpPr>
          <p:cNvPr id="14" name="Source 3">
            <a:extLst>
              <a:ext uri="{FF2B5EF4-FFF2-40B4-BE49-F238E27FC236}">
                <a16:creationId xmlns:a16="http://schemas.microsoft.com/office/drawing/2014/main" id="{9AF500AB-0F59-4CF7-BEF2-6E30CAB127DD}"/>
              </a:ext>
            </a:extLst>
          </p:cNvPr>
          <p:cNvSpPr>
            <a:spLocks noGrp="1"/>
          </p:cNvSpPr>
          <p:nvPr>
            <p:ph type="body" sz="quarter" idx="17" hasCustomPrompt="1"/>
          </p:nvPr>
        </p:nvSpPr>
        <p:spPr>
          <a:xfrm>
            <a:off x="8285255" y="6099509"/>
            <a:ext cx="359234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1" name="Source 2">
            <a:extLst>
              <a:ext uri="{FF2B5EF4-FFF2-40B4-BE49-F238E27FC236}">
                <a16:creationId xmlns:a16="http://schemas.microsoft.com/office/drawing/2014/main" id="{33C6A89A-DEEE-407D-8F94-1BAA0FC73BC1}"/>
              </a:ext>
            </a:extLst>
          </p:cNvPr>
          <p:cNvSpPr>
            <a:spLocks noGrp="1"/>
          </p:cNvSpPr>
          <p:nvPr>
            <p:ph type="body" sz="quarter" idx="15" hasCustomPrompt="1"/>
          </p:nvPr>
        </p:nvSpPr>
        <p:spPr>
          <a:xfrm>
            <a:off x="4301391" y="6099509"/>
            <a:ext cx="359234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0" name="Source 1">
            <a:extLst>
              <a:ext uri="{FF2B5EF4-FFF2-40B4-BE49-F238E27FC236}">
                <a16:creationId xmlns:a16="http://schemas.microsoft.com/office/drawing/2014/main" id="{AF5A387F-4A27-48FD-AC53-73730C70AECB}"/>
              </a:ext>
            </a:extLst>
          </p:cNvPr>
          <p:cNvSpPr>
            <a:spLocks noGrp="1"/>
          </p:cNvSpPr>
          <p:nvPr>
            <p:ph type="body" sz="quarter" idx="14" hasCustomPrompt="1"/>
          </p:nvPr>
        </p:nvSpPr>
        <p:spPr>
          <a:xfrm>
            <a:off x="315625" y="6099509"/>
            <a:ext cx="359234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9" name="Content Placeholder 3">
            <a:extLst>
              <a:ext uri="{FF2B5EF4-FFF2-40B4-BE49-F238E27FC236}">
                <a16:creationId xmlns:a16="http://schemas.microsoft.com/office/drawing/2014/main" id="{05C76C81-0E0A-4F50-A02C-34CC76C54775}"/>
              </a:ext>
            </a:extLst>
          </p:cNvPr>
          <p:cNvSpPr>
            <a:spLocks noGrp="1"/>
          </p:cNvSpPr>
          <p:nvPr>
            <p:ph sz="quarter" idx="16"/>
          </p:nvPr>
        </p:nvSpPr>
        <p:spPr>
          <a:xfrm>
            <a:off x="8285957" y="1362383"/>
            <a:ext cx="359234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1C2B7B30-7635-4053-B1F9-E86AA8F868BC}"/>
              </a:ext>
            </a:extLst>
          </p:cNvPr>
          <p:cNvSpPr>
            <a:spLocks noGrp="1"/>
          </p:cNvSpPr>
          <p:nvPr>
            <p:ph sz="half" idx="2"/>
          </p:nvPr>
        </p:nvSpPr>
        <p:spPr>
          <a:xfrm>
            <a:off x="4301391" y="1361858"/>
            <a:ext cx="359234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1">
            <a:extLst>
              <a:ext uri="{FF2B5EF4-FFF2-40B4-BE49-F238E27FC236}">
                <a16:creationId xmlns:a16="http://schemas.microsoft.com/office/drawing/2014/main" id="{A95987AD-7CA4-4676-AF39-FA61878E600D}"/>
              </a:ext>
            </a:extLst>
          </p:cNvPr>
          <p:cNvSpPr>
            <a:spLocks noGrp="1"/>
          </p:cNvSpPr>
          <p:nvPr>
            <p:ph sz="half" idx="1"/>
          </p:nvPr>
        </p:nvSpPr>
        <p:spPr>
          <a:xfrm>
            <a:off x="316825" y="1361858"/>
            <a:ext cx="359234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7010D391-917F-4136-A93F-C105240E6C07}"/>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9B0E1B74-16B4-4983-81C8-62914998CFD9}"/>
              </a:ext>
            </a:extLst>
          </p:cNvPr>
          <p:cNvSpPr>
            <a:spLocks noGrp="1"/>
          </p:cNvSpPr>
          <p:nvPr>
            <p:ph type="title" hasCustomPrompt="1"/>
          </p:nvPr>
        </p:nvSpPr>
        <p:spPr>
          <a:xfrm>
            <a:off x="316779" y="316788"/>
            <a:ext cx="11560822"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2740038988"/>
      </p:ext>
    </p:extLst>
  </p:cSld>
  <p:clrMapOvr>
    <a:masterClrMapping/>
  </p:clrMapOvr>
  <p:extLst>
    <p:ext uri="{DCECCB84-F9BA-43D5-87BE-67443E8EF086}">
      <p15:sldGuideLst xmlns:p15="http://schemas.microsoft.com/office/powerpoint/2012/main">
        <p15:guide id="1" pos="219">
          <p15:clr>
            <a:srgbClr val="A4A3A4"/>
          </p15:clr>
        </p15:guide>
        <p15:guide id="2" pos="2715">
          <p15:clr>
            <a:srgbClr val="A4A3A4"/>
          </p15:clr>
        </p15:guide>
        <p15:guide id="3" pos="2987">
          <p15:clr>
            <a:srgbClr val="A4A3A4"/>
          </p15:clr>
        </p15:guide>
        <p15:guide id="4" pos="5483">
          <p15:clr>
            <a:srgbClr val="A4A3A4"/>
          </p15:clr>
        </p15:guide>
        <p15:guide id="5" pos="5753">
          <p15:clr>
            <a:srgbClr val="A4A3A4"/>
          </p15:clr>
        </p15:guide>
        <p15:guide id="6" pos="8249">
          <p15:clr>
            <a:srgbClr val="A4A3A4"/>
          </p15:clr>
        </p15:guide>
        <p15:guide id="7" orient="horz" pos="219">
          <p15:clr>
            <a:srgbClr val="A4A3A4"/>
          </p15:clr>
        </p15:guide>
        <p15:guide id="8" orient="horz" pos="561">
          <p15:clr>
            <a:srgbClr val="A4A3A4"/>
          </p15:clr>
        </p15:guide>
        <p15:guide id="9" orient="horz" pos="606">
          <p15:clr>
            <a:srgbClr val="A4A3A4"/>
          </p15:clr>
        </p15:guide>
        <p15:guide id="10" orient="horz" pos="834">
          <p15:clr>
            <a:srgbClr val="A4A3A4"/>
          </p15:clr>
        </p15:guide>
        <p15:guide id="11" orient="horz" pos="945">
          <p15:clr>
            <a:srgbClr val="A4A3A4"/>
          </p15:clr>
        </p15:guide>
        <p15:guide id="12" orient="horz" pos="4235">
          <p15:clr>
            <a:srgbClr val="A4A3A4"/>
          </p15:clr>
        </p15:guide>
        <p15:guide id="13" orient="horz" pos="432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Four (Vertical) Content">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03735391-746F-43CE-8533-822FDECA146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6" name="Footer Placeholder">
            <a:extLst>
              <a:ext uri="{FF2B5EF4-FFF2-40B4-BE49-F238E27FC236}">
                <a16:creationId xmlns:a16="http://schemas.microsoft.com/office/drawing/2014/main" id="{663C73B5-A260-4311-AA85-BC1C139DBF08}"/>
              </a:ext>
            </a:extLst>
          </p:cNvPr>
          <p:cNvSpPr>
            <a:spLocks noGrp="1"/>
          </p:cNvSpPr>
          <p:nvPr>
            <p:ph type="ftr" sz="quarter" idx="11"/>
          </p:nvPr>
        </p:nvSpPr>
        <p:spPr/>
        <p:txBody>
          <a:bodyPr/>
          <a:lstStyle/>
          <a:p>
            <a:endParaRPr lang="en-GB"/>
          </a:p>
        </p:txBody>
      </p:sp>
      <p:sp>
        <p:nvSpPr>
          <p:cNvPr id="38" name="Source 4">
            <a:extLst>
              <a:ext uri="{FF2B5EF4-FFF2-40B4-BE49-F238E27FC236}">
                <a16:creationId xmlns:a16="http://schemas.microsoft.com/office/drawing/2014/main" id="{93FCA76E-BF39-4861-8BCC-B4286DB439F3}"/>
              </a:ext>
            </a:extLst>
          </p:cNvPr>
          <p:cNvSpPr>
            <a:spLocks noGrp="1"/>
          </p:cNvSpPr>
          <p:nvPr>
            <p:ph type="body" sz="quarter" idx="19" hasCustomPrompt="1"/>
          </p:nvPr>
        </p:nvSpPr>
        <p:spPr>
          <a:xfrm>
            <a:off x="9281315" y="6099509"/>
            <a:ext cx="259628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4" name="Source 3">
            <a:extLst>
              <a:ext uri="{FF2B5EF4-FFF2-40B4-BE49-F238E27FC236}">
                <a16:creationId xmlns:a16="http://schemas.microsoft.com/office/drawing/2014/main" id="{9AF500AB-0F59-4CF7-BEF2-6E30CAB127DD}"/>
              </a:ext>
            </a:extLst>
          </p:cNvPr>
          <p:cNvSpPr>
            <a:spLocks noGrp="1"/>
          </p:cNvSpPr>
          <p:nvPr>
            <p:ph type="body" sz="quarter" idx="17" hasCustomPrompt="1"/>
          </p:nvPr>
        </p:nvSpPr>
        <p:spPr>
          <a:xfrm>
            <a:off x="6293151" y="6099509"/>
            <a:ext cx="259628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1" name="Source 2">
            <a:extLst>
              <a:ext uri="{FF2B5EF4-FFF2-40B4-BE49-F238E27FC236}">
                <a16:creationId xmlns:a16="http://schemas.microsoft.com/office/drawing/2014/main" id="{33C6A89A-DEEE-407D-8F94-1BAA0FC73BC1}"/>
              </a:ext>
            </a:extLst>
          </p:cNvPr>
          <p:cNvSpPr>
            <a:spLocks noGrp="1"/>
          </p:cNvSpPr>
          <p:nvPr>
            <p:ph type="body" sz="quarter" idx="15" hasCustomPrompt="1"/>
          </p:nvPr>
        </p:nvSpPr>
        <p:spPr>
          <a:xfrm>
            <a:off x="3304988" y="6099509"/>
            <a:ext cx="259628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0" name="Source 1">
            <a:extLst>
              <a:ext uri="{FF2B5EF4-FFF2-40B4-BE49-F238E27FC236}">
                <a16:creationId xmlns:a16="http://schemas.microsoft.com/office/drawing/2014/main" id="{AF5A387F-4A27-48FD-AC53-73730C70AECB}"/>
              </a:ext>
            </a:extLst>
          </p:cNvPr>
          <p:cNvSpPr>
            <a:spLocks noGrp="1"/>
          </p:cNvSpPr>
          <p:nvPr>
            <p:ph type="body" sz="quarter" idx="14" hasCustomPrompt="1"/>
          </p:nvPr>
        </p:nvSpPr>
        <p:spPr>
          <a:xfrm>
            <a:off x="315625" y="6099509"/>
            <a:ext cx="2596286"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12" name="Content Placeholder 4">
            <a:extLst>
              <a:ext uri="{FF2B5EF4-FFF2-40B4-BE49-F238E27FC236}">
                <a16:creationId xmlns:a16="http://schemas.microsoft.com/office/drawing/2014/main" id="{868C36E9-E34A-4383-BDA9-E484B0B50FC3}"/>
              </a:ext>
            </a:extLst>
          </p:cNvPr>
          <p:cNvSpPr>
            <a:spLocks noGrp="1"/>
          </p:cNvSpPr>
          <p:nvPr>
            <p:ph sz="quarter" idx="18"/>
          </p:nvPr>
        </p:nvSpPr>
        <p:spPr>
          <a:xfrm>
            <a:off x="9281315" y="1362383"/>
            <a:ext cx="2596286" cy="473521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Content Placeholder 3">
            <a:extLst>
              <a:ext uri="{FF2B5EF4-FFF2-40B4-BE49-F238E27FC236}">
                <a16:creationId xmlns:a16="http://schemas.microsoft.com/office/drawing/2014/main" id="{05C76C81-0E0A-4F50-A02C-34CC76C54775}"/>
              </a:ext>
            </a:extLst>
          </p:cNvPr>
          <p:cNvSpPr>
            <a:spLocks noGrp="1"/>
          </p:cNvSpPr>
          <p:nvPr>
            <p:ph sz="quarter" idx="16"/>
          </p:nvPr>
        </p:nvSpPr>
        <p:spPr>
          <a:xfrm>
            <a:off x="6293151" y="1362383"/>
            <a:ext cx="259628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Content Placeholder 2">
            <a:extLst>
              <a:ext uri="{FF2B5EF4-FFF2-40B4-BE49-F238E27FC236}">
                <a16:creationId xmlns:a16="http://schemas.microsoft.com/office/drawing/2014/main" id="{1C2B7B30-7635-4053-B1F9-E86AA8F868BC}"/>
              </a:ext>
            </a:extLst>
          </p:cNvPr>
          <p:cNvSpPr>
            <a:spLocks noGrp="1"/>
          </p:cNvSpPr>
          <p:nvPr>
            <p:ph sz="half" idx="2"/>
          </p:nvPr>
        </p:nvSpPr>
        <p:spPr>
          <a:xfrm>
            <a:off x="3304988" y="1361858"/>
            <a:ext cx="259628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 name="Content Placeholder 1">
            <a:extLst>
              <a:ext uri="{FF2B5EF4-FFF2-40B4-BE49-F238E27FC236}">
                <a16:creationId xmlns:a16="http://schemas.microsoft.com/office/drawing/2014/main" id="{A95987AD-7CA4-4676-AF39-FA61878E600D}"/>
              </a:ext>
            </a:extLst>
          </p:cNvPr>
          <p:cNvSpPr>
            <a:spLocks noGrp="1"/>
          </p:cNvSpPr>
          <p:nvPr>
            <p:ph sz="half" idx="1"/>
          </p:nvPr>
        </p:nvSpPr>
        <p:spPr>
          <a:xfrm>
            <a:off x="316825" y="1361858"/>
            <a:ext cx="2596286"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8" name="Subtitle">
            <a:extLst>
              <a:ext uri="{FF2B5EF4-FFF2-40B4-BE49-F238E27FC236}">
                <a16:creationId xmlns:a16="http://schemas.microsoft.com/office/drawing/2014/main" id="{7010D391-917F-4136-A93F-C105240E6C07}"/>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2" name="Title">
            <a:extLst>
              <a:ext uri="{FF2B5EF4-FFF2-40B4-BE49-F238E27FC236}">
                <a16:creationId xmlns:a16="http://schemas.microsoft.com/office/drawing/2014/main" id="{9B0E1B74-16B4-4983-81C8-62914998CFD9}"/>
              </a:ext>
            </a:extLst>
          </p:cNvPr>
          <p:cNvSpPr>
            <a:spLocks noGrp="1"/>
          </p:cNvSpPr>
          <p:nvPr>
            <p:ph type="title" hasCustomPrompt="1"/>
          </p:nvPr>
        </p:nvSpPr>
        <p:spPr>
          <a:xfrm>
            <a:off x="316779" y="316788"/>
            <a:ext cx="11560822"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3967856143"/>
      </p:ext>
    </p:extLst>
  </p:cSld>
  <p:clrMapOvr>
    <a:masterClrMapping/>
  </p:clrMapOvr>
  <p:extLst>
    <p:ext uri="{DCECCB84-F9BA-43D5-87BE-67443E8EF086}">
      <p15:sldGuideLst xmlns:p15="http://schemas.microsoft.com/office/powerpoint/2012/main">
        <p15:guide id="1" pos="219">
          <p15:clr>
            <a:srgbClr val="A4A3A4"/>
          </p15:clr>
        </p15:guide>
        <p15:guide id="2" orient="horz" pos="4328">
          <p15:clr>
            <a:srgbClr val="A4A3A4"/>
          </p15:clr>
        </p15:guide>
        <p15:guide id="3" orient="horz" pos="4235">
          <p15:clr>
            <a:srgbClr val="A4A3A4"/>
          </p15:clr>
        </p15:guide>
        <p15:guide id="4" orient="horz" pos="945">
          <p15:clr>
            <a:srgbClr val="A4A3A4"/>
          </p15:clr>
        </p15:guide>
        <p15:guide id="5" orient="horz" pos="834">
          <p15:clr>
            <a:srgbClr val="A4A3A4"/>
          </p15:clr>
        </p15:guide>
        <p15:guide id="6" orient="horz" pos="606">
          <p15:clr>
            <a:srgbClr val="A4A3A4"/>
          </p15:clr>
        </p15:guide>
        <p15:guide id="7" orient="horz" pos="561">
          <p15:clr>
            <a:srgbClr val="A4A3A4"/>
          </p15:clr>
        </p15:guide>
        <p15:guide id="8" orient="horz" pos="219">
          <p15:clr>
            <a:srgbClr val="A4A3A4"/>
          </p15:clr>
        </p15:guide>
        <p15:guide id="9" pos="2024">
          <p15:clr>
            <a:srgbClr val="A4A3A4"/>
          </p15:clr>
        </p15:guide>
        <p15:guide id="10" pos="2294">
          <p15:clr>
            <a:srgbClr val="A4A3A4"/>
          </p15:clr>
        </p15:guide>
        <p15:guide id="11" pos="4098">
          <p15:clr>
            <a:srgbClr val="A4A3A4"/>
          </p15:clr>
        </p15:guide>
        <p15:guide id="12" pos="4370">
          <p15:clr>
            <a:srgbClr val="A4A3A4"/>
          </p15:clr>
        </p15:guide>
        <p15:guide id="13" pos="6174">
          <p15:clr>
            <a:srgbClr val="A4A3A4"/>
          </p15:clr>
        </p15:guide>
        <p15:guide id="14" pos="6444">
          <p15:clr>
            <a:srgbClr val="A4A3A4"/>
          </p15:clr>
        </p15:guide>
        <p15:guide id="15" pos="8249">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Member Profile 2">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37" name="Content Placeholder">
            <a:extLst>
              <a:ext uri="{FF2B5EF4-FFF2-40B4-BE49-F238E27FC236}">
                <a16:creationId xmlns:a16="http://schemas.microsoft.com/office/drawing/2014/main" id="{A0847245-BA4C-4407-ABC7-3C552F4D6BC0}"/>
              </a:ext>
            </a:extLst>
          </p:cNvPr>
          <p:cNvSpPr>
            <a:spLocks noGrp="1"/>
          </p:cNvSpPr>
          <p:nvPr>
            <p:ph idx="1"/>
          </p:nvPr>
        </p:nvSpPr>
        <p:spPr>
          <a:xfrm>
            <a:off x="316825" y="1361858"/>
            <a:ext cx="7576584" cy="4898782"/>
          </a:xfrm>
        </p:spPr>
        <p:txBody>
          <a:bodyPr/>
          <a:lstStyle>
            <a:lvl1pPr>
              <a:spcBef>
                <a:spcPts val="1089"/>
              </a:spcBef>
              <a:defRPr sz="1452"/>
            </a:lvl1pPr>
            <a:lvl2pPr>
              <a:defRPr sz="1452"/>
            </a:lvl2pPr>
            <a:lvl3pPr>
              <a:defRPr sz="1452"/>
            </a:lvl3pPr>
            <a:lvl4pPr>
              <a:defRPr sz="1452"/>
            </a:lvl4pPr>
            <a:lvl5pPr>
              <a:defRPr sz="1452"/>
            </a:lvl5pPr>
            <a:lvl6pPr>
              <a:defRPr sz="1452"/>
            </a:lvl6pPr>
            <a:lvl7pPr>
              <a:defRPr sz="1452"/>
            </a:lvl7pPr>
            <a:lvl8pPr>
              <a:defRPr sz="1452"/>
            </a:lvl8pPr>
            <a:lvl9pPr>
              <a:defRPr sz="1452"/>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Subtitle">
            <a:extLst>
              <a:ext uri="{FF2B5EF4-FFF2-40B4-BE49-F238E27FC236}">
                <a16:creationId xmlns:a16="http://schemas.microsoft.com/office/drawing/2014/main" id="{B1D370CD-F9E6-44D0-B982-D2365881B28F}"/>
              </a:ext>
            </a:extLst>
          </p:cNvPr>
          <p:cNvSpPr>
            <a:spLocks noGrp="1"/>
          </p:cNvSpPr>
          <p:nvPr>
            <p:ph type="body" sz="quarter" idx="13" hasCustomPrompt="1"/>
          </p:nvPr>
        </p:nvSpPr>
        <p:spPr>
          <a:xfrm>
            <a:off x="316825" y="874172"/>
            <a:ext cx="7576584" cy="326585"/>
          </a:xfrm>
          <a:noFill/>
        </p:spPr>
        <p:txBody>
          <a:bodyPr/>
          <a:lstStyle>
            <a:lvl1pPr marL="0" indent="0">
              <a:lnSpc>
                <a:spcPct val="90000"/>
              </a:lnSpc>
              <a:spcBef>
                <a:spcPts val="0"/>
              </a:spcBef>
              <a:buNone/>
              <a:defRPr sz="1814">
                <a:solidFill>
                  <a:srgbClr val="009DDB"/>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title</a:t>
            </a:r>
          </a:p>
        </p:txBody>
      </p:sp>
      <p:sp>
        <p:nvSpPr>
          <p:cNvPr id="39" name="Title">
            <a:extLst>
              <a:ext uri="{FF2B5EF4-FFF2-40B4-BE49-F238E27FC236}">
                <a16:creationId xmlns:a16="http://schemas.microsoft.com/office/drawing/2014/main" id="{1002E24D-CC40-4EF2-8FAF-FFA09383B016}"/>
              </a:ext>
            </a:extLst>
          </p:cNvPr>
          <p:cNvSpPr>
            <a:spLocks noGrp="1"/>
          </p:cNvSpPr>
          <p:nvPr>
            <p:ph type="title" hasCustomPrompt="1"/>
          </p:nvPr>
        </p:nvSpPr>
        <p:spPr>
          <a:xfrm>
            <a:off x="316779" y="316788"/>
            <a:ext cx="7576584" cy="489870"/>
          </a:xfrm>
        </p:spPr>
        <p:txBody>
          <a:bodyPr/>
          <a:lstStyle>
            <a:lvl1pPr>
              <a:defRPr/>
            </a:lvl1pPr>
          </a:lstStyle>
          <a:p>
            <a:r>
              <a:rPr lang="en-US"/>
              <a:t>Add name</a:t>
            </a:r>
            <a:endParaRPr lang="en-GB"/>
          </a:p>
        </p:txBody>
      </p:sp>
      <p:sp>
        <p:nvSpPr>
          <p:cNvPr id="34" name="Picture Placeholder">
            <a:extLst>
              <a:ext uri="{FF2B5EF4-FFF2-40B4-BE49-F238E27FC236}">
                <a16:creationId xmlns:a16="http://schemas.microsoft.com/office/drawing/2014/main" id="{E0AF42D9-0D66-4962-97FC-AC2281FDADF8}"/>
              </a:ext>
            </a:extLst>
          </p:cNvPr>
          <p:cNvSpPr>
            <a:spLocks noGrp="1"/>
          </p:cNvSpPr>
          <p:nvPr>
            <p:ph type="pic" sz="quarter" idx="15"/>
          </p:nvPr>
        </p:nvSpPr>
        <p:spPr>
          <a:xfrm>
            <a:off x="8273130" y="0"/>
            <a:ext cx="3918870" cy="6541507"/>
          </a:xfrm>
          <a:custGeom>
            <a:avLst/>
            <a:gdLst>
              <a:gd name="connsiteX0" fmla="*/ 727506 w 4319942"/>
              <a:gd name="connsiteY0" fmla="*/ 0 h 7210800"/>
              <a:gd name="connsiteX1" fmla="*/ 4319942 w 4319942"/>
              <a:gd name="connsiteY1" fmla="*/ 0 h 7210800"/>
              <a:gd name="connsiteX2" fmla="*/ 4319942 w 4319942"/>
              <a:gd name="connsiteY2" fmla="*/ 7210800 h 7210800"/>
              <a:gd name="connsiteX3" fmla="*/ 726398 w 4319942"/>
              <a:gd name="connsiteY3" fmla="*/ 7210800 h 7210800"/>
              <a:gd name="connsiteX4" fmla="*/ 543909 w 4319942"/>
              <a:gd name="connsiteY4" fmla="*/ 6741677 h 7210800"/>
              <a:gd name="connsiteX5" fmla="*/ 2119 w 4319942"/>
              <a:gd name="connsiteY5" fmla="*/ 3410376 h 7210800"/>
              <a:gd name="connsiteX6" fmla="*/ 685342 w 4319942"/>
              <a:gd name="connsiteY6" fmla="*/ 96609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19942" h="7210800">
                <a:moveTo>
                  <a:pt x="727506" y="0"/>
                </a:moveTo>
                <a:lnTo>
                  <a:pt x="4319942" y="0"/>
                </a:lnTo>
                <a:lnTo>
                  <a:pt x="4319942" y="7210800"/>
                </a:lnTo>
                <a:lnTo>
                  <a:pt x="726398" y="7210800"/>
                </a:lnTo>
                <a:lnTo>
                  <a:pt x="543909" y="6741677"/>
                </a:lnTo>
                <a:cubicBezTo>
                  <a:pt x="168183" y="5686392"/>
                  <a:pt x="-22507" y="4567387"/>
                  <a:pt x="2119" y="3410376"/>
                </a:cubicBezTo>
                <a:cubicBezTo>
                  <a:pt x="26745" y="2253364"/>
                  <a:pt x="264938" y="1140498"/>
                  <a:pt x="685342" y="96609"/>
                </a:cubicBezTo>
                <a:close/>
              </a:path>
            </a:pathLst>
          </a:custGeom>
          <a:solidFill>
            <a:srgbClr val="C3CDDC"/>
          </a:solidFill>
        </p:spPr>
        <p:txBody>
          <a:bodyPr wrap="square">
            <a:noAutofit/>
          </a:bodyPr>
          <a:lstStyle>
            <a:lvl1pPr marL="0" indent="0" algn="ctr">
              <a:buNone/>
              <a:defRPr/>
            </a:lvl1pPr>
          </a:lstStyle>
          <a:p>
            <a:r>
              <a:rPr lang="en-US"/>
              <a:t>Click icon to add picture</a:t>
            </a:r>
            <a:endParaRPr lang="en-GB"/>
          </a:p>
        </p:txBody>
      </p:sp>
    </p:spTree>
    <p:extLst>
      <p:ext uri="{BB962C8B-B14F-4D97-AF65-F5344CB8AC3E}">
        <p14:creationId xmlns:p14="http://schemas.microsoft.com/office/powerpoint/2010/main" val="3432700040"/>
      </p:ext>
    </p:extLst>
  </p:cSld>
  <p:clrMapOvr>
    <a:masterClrMapping/>
  </p:clrMapOvr>
  <p:extLst>
    <p:ext uri="{DCECCB84-F9BA-43D5-87BE-67443E8EF086}">
      <p15:sldGuideLst xmlns:p15="http://schemas.microsoft.com/office/powerpoint/2012/main">
        <p15:guide id="1" pos="219">
          <p15:clr>
            <a:srgbClr val="A4A3A4"/>
          </p15:clr>
        </p15:guide>
        <p15:guide id="2" orient="horz" pos="4328">
          <p15:clr>
            <a:srgbClr val="A4A3A4"/>
          </p15:clr>
        </p15:guide>
        <p15:guide id="3" orient="horz" pos="4235">
          <p15:clr>
            <a:srgbClr val="A4A3A4"/>
          </p15:clr>
        </p15:guide>
        <p15:guide id="4" orient="horz" pos="945">
          <p15:clr>
            <a:srgbClr val="A4A3A4"/>
          </p15:clr>
        </p15:guide>
        <p15:guide id="5" orient="horz" pos="834">
          <p15:clr>
            <a:srgbClr val="A4A3A4"/>
          </p15:clr>
        </p15:guide>
        <p15:guide id="6" orient="horz" pos="606">
          <p15:clr>
            <a:srgbClr val="A4A3A4"/>
          </p15:clr>
        </p15:guide>
        <p15:guide id="7" orient="horz" pos="561">
          <p15:clr>
            <a:srgbClr val="A4A3A4"/>
          </p15:clr>
        </p15:guide>
        <p15:guide id="8" orient="horz" pos="219">
          <p15:clr>
            <a:srgbClr val="A4A3A4"/>
          </p15:clr>
        </p15:guide>
        <p15:guide id="9" pos="5483">
          <p15:clr>
            <a:srgbClr val="A4A3A4"/>
          </p15:clr>
        </p15:guide>
        <p15:guide id="10" pos="8249">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and Graphics">
    <p:bg>
      <p:bgPr>
        <a:solidFill>
          <a:srgbClr val="C3CDDC"/>
        </a:solidFill>
        <a:effectLst/>
      </p:bgPr>
    </p:bg>
    <p:spTree>
      <p:nvGrpSpPr>
        <p:cNvPr id="1" name=""/>
        <p:cNvGrpSpPr/>
        <p:nvPr/>
      </p:nvGrpSpPr>
      <p:grpSpPr>
        <a:xfrm>
          <a:off x="0" y="0"/>
          <a:ext cx="0" cy="0"/>
          <a:chOff x="0" y="0"/>
          <a:chExt cx="0" cy="0"/>
        </a:xfrm>
      </p:grpSpPr>
      <p:grpSp>
        <p:nvGrpSpPr>
          <p:cNvPr id="14" name="GROUP_ARC">
            <a:extLst>
              <a:ext uri="{FF2B5EF4-FFF2-40B4-BE49-F238E27FC236}">
                <a16:creationId xmlns:a16="http://schemas.microsoft.com/office/drawing/2014/main" id="{51C3DEB8-D6B9-4D11-BEC7-9B19E1F11974}"/>
              </a:ext>
            </a:extLst>
          </p:cNvPr>
          <p:cNvGrpSpPr/>
          <p:nvPr userDrawn="1"/>
        </p:nvGrpSpPr>
        <p:grpSpPr>
          <a:xfrm>
            <a:off x="6291947" y="0"/>
            <a:ext cx="5900053" cy="6541507"/>
            <a:chOff x="6935888" y="0"/>
            <a:chExt cx="6503887" cy="7210800"/>
          </a:xfrm>
        </p:grpSpPr>
        <p:sp>
          <p:nvSpPr>
            <p:cNvPr id="13" name="SHAPE_Arc1">
              <a:extLst>
                <a:ext uri="{FF2B5EF4-FFF2-40B4-BE49-F238E27FC236}">
                  <a16:creationId xmlns:a16="http://schemas.microsoft.com/office/drawing/2014/main" id="{48232C68-87A0-4D39-8716-092089DAF991}"/>
                </a:ext>
              </a:extLst>
            </p:cNvPr>
            <p:cNvSpPr>
              <a:spLocks noChangeAspect="1"/>
            </p:cNvSpPr>
            <p:nvPr/>
          </p:nvSpPr>
          <p:spPr>
            <a:xfrm>
              <a:off x="6935888" y="0"/>
              <a:ext cx="6503887" cy="7210800"/>
            </a:xfrm>
            <a:custGeom>
              <a:avLst/>
              <a:gdLst>
                <a:gd name="connsiteX0" fmla="*/ 3678073 w 6503887"/>
                <a:gd name="connsiteY0" fmla="*/ 0 h 7210800"/>
                <a:gd name="connsiteX1" fmla="*/ 6503887 w 6503887"/>
                <a:gd name="connsiteY1" fmla="*/ 0 h 7210800"/>
                <a:gd name="connsiteX2" fmla="*/ 6503887 w 6503887"/>
                <a:gd name="connsiteY2" fmla="*/ 7210800 h 7210800"/>
                <a:gd name="connsiteX3" fmla="*/ 0 w 6503887"/>
                <a:gd name="connsiteY3" fmla="*/ 7210800 h 7210800"/>
                <a:gd name="connsiteX4" fmla="*/ 0 w 6503887"/>
                <a:gd name="connsiteY4" fmla="*/ 2140753 h 7210800"/>
                <a:gd name="connsiteX5" fmla="*/ 250857 w 6503887"/>
                <a:gd name="connsiteY5" fmla="*/ 1900792 h 7210800"/>
                <a:gd name="connsiteX6" fmla="*/ 3249004 w 6503887"/>
                <a:gd name="connsiteY6" fmla="*/ 133800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03887" h="7210800">
                  <a:moveTo>
                    <a:pt x="3678073" y="0"/>
                  </a:moveTo>
                  <a:lnTo>
                    <a:pt x="6503887" y="0"/>
                  </a:lnTo>
                  <a:lnTo>
                    <a:pt x="6503887" y="7210800"/>
                  </a:lnTo>
                  <a:lnTo>
                    <a:pt x="0" y="7210800"/>
                  </a:lnTo>
                  <a:lnTo>
                    <a:pt x="0" y="2140753"/>
                  </a:lnTo>
                  <a:lnTo>
                    <a:pt x="250857" y="1900792"/>
                  </a:lnTo>
                  <a:cubicBezTo>
                    <a:pt x="1111102" y="1123669"/>
                    <a:pt x="2128222" y="516935"/>
                    <a:pt x="3249004" y="13380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sp>
          <p:nvSpPr>
            <p:cNvPr id="8" name="SHAPE_Arc2">
              <a:extLst>
                <a:ext uri="{FF2B5EF4-FFF2-40B4-BE49-F238E27FC236}">
                  <a16:creationId xmlns:a16="http://schemas.microsoft.com/office/drawing/2014/main" id="{F1E4D52F-CD35-45F1-B352-9ABA89D7388F}"/>
                </a:ext>
              </a:extLst>
            </p:cNvPr>
            <p:cNvSpPr>
              <a:spLocks noChangeAspect="1"/>
            </p:cNvSpPr>
            <p:nvPr/>
          </p:nvSpPr>
          <p:spPr>
            <a:xfrm>
              <a:off x="7830403" y="0"/>
              <a:ext cx="5609370" cy="7210800"/>
            </a:xfrm>
            <a:custGeom>
              <a:avLst/>
              <a:gdLst>
                <a:gd name="connsiteX0" fmla="*/ 2987291 w 3241371"/>
                <a:gd name="connsiteY0" fmla="*/ 0 h 4166756"/>
                <a:gd name="connsiteX1" fmla="*/ 3241371 w 3241371"/>
                <a:gd name="connsiteY1" fmla="*/ 0 h 4166756"/>
                <a:gd name="connsiteX2" fmla="*/ 3241371 w 3241371"/>
                <a:gd name="connsiteY2" fmla="*/ 4166756 h 4166756"/>
                <a:gd name="connsiteX3" fmla="*/ 0 w 3241371"/>
                <a:gd name="connsiteY3" fmla="*/ 4166756 h 4166756"/>
                <a:gd name="connsiteX4" fmla="*/ 18865 w 3241371"/>
                <a:gd name="connsiteY4" fmla="*/ 3793162 h 4166756"/>
                <a:gd name="connsiteX5" fmla="*/ 2752954 w 3241371"/>
                <a:gd name="connsiteY5" fmla="*/ 89666 h 416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1371" h="4166756">
                  <a:moveTo>
                    <a:pt x="2987291" y="0"/>
                  </a:moveTo>
                  <a:lnTo>
                    <a:pt x="3241371" y="0"/>
                  </a:lnTo>
                  <a:lnTo>
                    <a:pt x="3241371" y="4166756"/>
                  </a:lnTo>
                  <a:lnTo>
                    <a:pt x="0" y="4166756"/>
                  </a:lnTo>
                  <a:lnTo>
                    <a:pt x="18865" y="3793162"/>
                  </a:lnTo>
                  <a:cubicBezTo>
                    <a:pt x="188544" y="2122359"/>
                    <a:pt x="1267428" y="720340"/>
                    <a:pt x="2752954" y="89666"/>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grpSp>
      <p:sp>
        <p:nvSpPr>
          <p:cNvPr id="9" name="SHAPE_White">
            <a:extLst>
              <a:ext uri="{FF2B5EF4-FFF2-40B4-BE49-F238E27FC236}">
                <a16:creationId xmlns:a16="http://schemas.microsoft.com/office/drawing/2014/main" id="{38F4FED3-D569-4AD5-9AFE-51AF71B86E78}"/>
              </a:ext>
            </a:extLst>
          </p:cNvPr>
          <p:cNvSpPr/>
          <p:nvPr userDrawn="1"/>
        </p:nvSpPr>
        <p:spPr>
          <a:xfrm>
            <a:off x="0" y="0"/>
            <a:ext cx="6291947" cy="6541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err="1">
              <a:solidFill>
                <a:schemeClr val="tx1"/>
              </a:solidFill>
            </a:endParaRPr>
          </a:p>
        </p:txBody>
      </p:sp>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38" name="Source">
            <a:extLst>
              <a:ext uri="{FF2B5EF4-FFF2-40B4-BE49-F238E27FC236}">
                <a16:creationId xmlns:a16="http://schemas.microsoft.com/office/drawing/2014/main" id="{A631CFDF-1C52-4AE7-890E-CBE085A882DF}"/>
              </a:ext>
            </a:extLst>
          </p:cNvPr>
          <p:cNvSpPr>
            <a:spLocks noGrp="1"/>
          </p:cNvSpPr>
          <p:nvPr>
            <p:ph type="body" sz="quarter" idx="14" hasCustomPrompt="1"/>
          </p:nvPr>
        </p:nvSpPr>
        <p:spPr>
          <a:xfrm>
            <a:off x="315625" y="6099509"/>
            <a:ext cx="5584465"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37" name="Content Placeholder">
            <a:extLst>
              <a:ext uri="{FF2B5EF4-FFF2-40B4-BE49-F238E27FC236}">
                <a16:creationId xmlns:a16="http://schemas.microsoft.com/office/drawing/2014/main" id="{79957CFD-B21D-4367-BD8F-38D0FB8D160A}"/>
              </a:ext>
            </a:extLst>
          </p:cNvPr>
          <p:cNvSpPr>
            <a:spLocks noGrp="1"/>
          </p:cNvSpPr>
          <p:nvPr>
            <p:ph idx="1"/>
          </p:nvPr>
        </p:nvSpPr>
        <p:spPr>
          <a:xfrm>
            <a:off x="316825" y="1361858"/>
            <a:ext cx="5584465"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5" name="Subtitle">
            <a:extLst>
              <a:ext uri="{FF2B5EF4-FFF2-40B4-BE49-F238E27FC236}">
                <a16:creationId xmlns:a16="http://schemas.microsoft.com/office/drawing/2014/main" id="{7A8383C0-9352-4401-B052-7EF88417C947}"/>
              </a:ext>
            </a:extLst>
          </p:cNvPr>
          <p:cNvSpPr>
            <a:spLocks noGrp="1"/>
          </p:cNvSpPr>
          <p:nvPr>
            <p:ph type="body" sz="quarter" idx="13" hasCustomPrompt="1"/>
          </p:nvPr>
        </p:nvSpPr>
        <p:spPr>
          <a:xfrm>
            <a:off x="316825" y="874172"/>
            <a:ext cx="5583275"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36" name="Title">
            <a:extLst>
              <a:ext uri="{FF2B5EF4-FFF2-40B4-BE49-F238E27FC236}">
                <a16:creationId xmlns:a16="http://schemas.microsoft.com/office/drawing/2014/main" id="{D59A1015-186B-4C46-9C0B-6BA84B9354D5}"/>
              </a:ext>
            </a:extLst>
          </p:cNvPr>
          <p:cNvSpPr>
            <a:spLocks noGrp="1"/>
          </p:cNvSpPr>
          <p:nvPr>
            <p:ph type="title" hasCustomPrompt="1"/>
          </p:nvPr>
        </p:nvSpPr>
        <p:spPr>
          <a:xfrm>
            <a:off x="316779" y="316788"/>
            <a:ext cx="5583275"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139834076"/>
      </p:ext>
    </p:extLst>
  </p:cSld>
  <p:clrMapOvr>
    <a:masterClrMapping/>
  </p:clrMapOvr>
  <p:extLst>
    <p:ext uri="{DCECCB84-F9BA-43D5-87BE-67443E8EF086}">
      <p15:sldGuideLst xmlns:p15="http://schemas.microsoft.com/office/powerpoint/2012/main">
        <p15:guide id="1" pos="4098">
          <p15:clr>
            <a:srgbClr val="A4A3A4"/>
          </p15:clr>
        </p15:guide>
        <p15:guide id="2" pos="219">
          <p15:clr>
            <a:srgbClr val="A4A3A4"/>
          </p15:clr>
        </p15:guide>
        <p15:guide id="3" pos="8249">
          <p15:clr>
            <a:srgbClr val="A4A3A4"/>
          </p15:clr>
        </p15:guide>
        <p15:guide id="4" orient="horz" pos="4328">
          <p15:clr>
            <a:srgbClr val="A4A3A4"/>
          </p15:clr>
        </p15:guide>
        <p15:guide id="5" orient="horz" pos="4235">
          <p15:clr>
            <a:srgbClr val="A4A3A4"/>
          </p15:clr>
        </p15:guide>
        <p15:guide id="6" orient="horz" pos="945">
          <p15:clr>
            <a:srgbClr val="A4A3A4"/>
          </p15:clr>
        </p15:guide>
        <p15:guide id="7" orient="horz" pos="834">
          <p15:clr>
            <a:srgbClr val="A4A3A4"/>
          </p15:clr>
        </p15:guide>
        <p15:guide id="9" orient="horz" pos="561">
          <p15:clr>
            <a:srgbClr val="A4A3A4"/>
          </p15:clr>
        </p15:guide>
        <p15:guide id="10" orient="horz" pos="219">
          <p15:clr>
            <a:srgbClr val="A4A3A4"/>
          </p15:clr>
        </p15:guide>
        <p15:guide id="11" orient="horz" pos="606">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1 Content and Graphics">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grpSp>
        <p:nvGrpSpPr>
          <p:cNvPr id="12" name="GROUP_ARC">
            <a:extLst>
              <a:ext uri="{FF2B5EF4-FFF2-40B4-BE49-F238E27FC236}">
                <a16:creationId xmlns:a16="http://schemas.microsoft.com/office/drawing/2014/main" id="{9729CC8A-F48D-42BB-AD9B-41966CE5D40A}"/>
              </a:ext>
            </a:extLst>
          </p:cNvPr>
          <p:cNvGrpSpPr/>
          <p:nvPr userDrawn="1"/>
        </p:nvGrpSpPr>
        <p:grpSpPr>
          <a:xfrm>
            <a:off x="8282868" y="0"/>
            <a:ext cx="3909134" cy="6541508"/>
            <a:chOff x="9130567" y="0"/>
            <a:chExt cx="4309209" cy="7210801"/>
          </a:xfrm>
        </p:grpSpPr>
        <p:sp>
          <p:nvSpPr>
            <p:cNvPr id="16" name="SHAPE_Arc1">
              <a:extLst>
                <a:ext uri="{FF2B5EF4-FFF2-40B4-BE49-F238E27FC236}">
                  <a16:creationId xmlns:a16="http://schemas.microsoft.com/office/drawing/2014/main" id="{CD437388-4271-4CF7-B162-73B6464A70BD}"/>
                </a:ext>
              </a:extLst>
            </p:cNvPr>
            <p:cNvSpPr>
              <a:spLocks noChangeAspect="1"/>
            </p:cNvSpPr>
            <p:nvPr/>
          </p:nvSpPr>
          <p:spPr>
            <a:xfrm>
              <a:off x="9130567" y="0"/>
              <a:ext cx="4309208" cy="7210800"/>
            </a:xfrm>
            <a:custGeom>
              <a:avLst/>
              <a:gdLst>
                <a:gd name="connsiteX0" fmla="*/ 3678073 w 4309208"/>
                <a:gd name="connsiteY0" fmla="*/ 0 h 7210800"/>
                <a:gd name="connsiteX1" fmla="*/ 4309208 w 4309208"/>
                <a:gd name="connsiteY1" fmla="*/ 0 h 7210800"/>
                <a:gd name="connsiteX2" fmla="*/ 4309208 w 4309208"/>
                <a:gd name="connsiteY2" fmla="*/ 7210800 h 7210800"/>
                <a:gd name="connsiteX3" fmla="*/ 0 w 4309208"/>
                <a:gd name="connsiteY3" fmla="*/ 7210800 h 7210800"/>
                <a:gd name="connsiteX4" fmla="*/ 0 w 4309208"/>
                <a:gd name="connsiteY4" fmla="*/ 2140753 h 7210800"/>
                <a:gd name="connsiteX5" fmla="*/ 250857 w 4309208"/>
                <a:gd name="connsiteY5" fmla="*/ 1900792 h 7210800"/>
                <a:gd name="connsiteX6" fmla="*/ 3249004 w 4309208"/>
                <a:gd name="connsiteY6" fmla="*/ 133800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309208" h="7210800">
                  <a:moveTo>
                    <a:pt x="3678073" y="0"/>
                  </a:moveTo>
                  <a:lnTo>
                    <a:pt x="4309208" y="0"/>
                  </a:lnTo>
                  <a:lnTo>
                    <a:pt x="4309208" y="7210800"/>
                  </a:lnTo>
                  <a:lnTo>
                    <a:pt x="0" y="7210800"/>
                  </a:lnTo>
                  <a:lnTo>
                    <a:pt x="0" y="2140753"/>
                  </a:lnTo>
                  <a:lnTo>
                    <a:pt x="250857" y="1900792"/>
                  </a:lnTo>
                  <a:cubicBezTo>
                    <a:pt x="1111102" y="1123669"/>
                    <a:pt x="2128222" y="516935"/>
                    <a:pt x="3249004" y="133800"/>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sp>
          <p:nvSpPr>
            <p:cNvPr id="17" name="SHAPE_Arc2">
              <a:extLst>
                <a:ext uri="{FF2B5EF4-FFF2-40B4-BE49-F238E27FC236}">
                  <a16:creationId xmlns:a16="http://schemas.microsoft.com/office/drawing/2014/main" id="{8E877BE4-2AE9-4278-9C06-AFB83505DD07}"/>
                </a:ext>
              </a:extLst>
            </p:cNvPr>
            <p:cNvSpPr>
              <a:spLocks noChangeAspect="1"/>
            </p:cNvSpPr>
            <p:nvPr/>
          </p:nvSpPr>
          <p:spPr>
            <a:xfrm>
              <a:off x="10025083" y="893506"/>
              <a:ext cx="3414693" cy="6317295"/>
            </a:xfrm>
            <a:custGeom>
              <a:avLst/>
              <a:gdLst>
                <a:gd name="connsiteX0" fmla="*/ 3414693 w 3414693"/>
                <a:gd name="connsiteY0" fmla="*/ 0 h 6317295"/>
                <a:gd name="connsiteX1" fmla="*/ 3414693 w 3414693"/>
                <a:gd name="connsiteY1" fmla="*/ 6317295 h 6317295"/>
                <a:gd name="connsiteX2" fmla="*/ 0 w 3414693"/>
                <a:gd name="connsiteY2" fmla="*/ 6317295 h 6317295"/>
                <a:gd name="connsiteX3" fmla="*/ 32647 w 3414693"/>
                <a:gd name="connsiteY3" fmla="*/ 5670770 h 6317295"/>
                <a:gd name="connsiteX4" fmla="*/ 3398025 w 3414693"/>
                <a:gd name="connsiteY4" fmla="*/ 10641 h 631729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414693" h="6317295">
                  <a:moveTo>
                    <a:pt x="3414693" y="0"/>
                  </a:moveTo>
                  <a:lnTo>
                    <a:pt x="3414693" y="6317295"/>
                  </a:lnTo>
                  <a:lnTo>
                    <a:pt x="0" y="6317295"/>
                  </a:lnTo>
                  <a:lnTo>
                    <a:pt x="32647" y="5670770"/>
                  </a:lnTo>
                  <a:cubicBezTo>
                    <a:pt x="271229" y="3321495"/>
                    <a:pt x="1548520" y="1279288"/>
                    <a:pt x="3398025" y="10641"/>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grpSp>
      <p:sp>
        <p:nvSpPr>
          <p:cNvPr id="11" name="SHAPE_White">
            <a:extLst>
              <a:ext uri="{FF2B5EF4-FFF2-40B4-BE49-F238E27FC236}">
                <a16:creationId xmlns:a16="http://schemas.microsoft.com/office/drawing/2014/main" id="{28475A4C-C6C0-4E95-85C4-A6126F7033E4}"/>
              </a:ext>
            </a:extLst>
          </p:cNvPr>
          <p:cNvSpPr/>
          <p:nvPr userDrawn="1"/>
        </p:nvSpPr>
        <p:spPr>
          <a:xfrm>
            <a:off x="-1" y="0"/>
            <a:ext cx="8282869" cy="6541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err="1">
              <a:solidFill>
                <a:schemeClr val="tx1"/>
              </a:solidFill>
            </a:endParaRPr>
          </a:p>
        </p:txBody>
      </p:sp>
      <p:sp>
        <p:nvSpPr>
          <p:cNvPr id="36" name="Source">
            <a:extLst>
              <a:ext uri="{FF2B5EF4-FFF2-40B4-BE49-F238E27FC236}">
                <a16:creationId xmlns:a16="http://schemas.microsoft.com/office/drawing/2014/main" id="{7AA1CED6-4163-4774-8FB4-37D66240A6EE}"/>
              </a:ext>
            </a:extLst>
          </p:cNvPr>
          <p:cNvSpPr>
            <a:spLocks noGrp="1"/>
          </p:cNvSpPr>
          <p:nvPr>
            <p:ph type="body" sz="quarter" idx="14" hasCustomPrompt="1"/>
          </p:nvPr>
        </p:nvSpPr>
        <p:spPr>
          <a:xfrm>
            <a:off x="315625" y="6099509"/>
            <a:ext cx="7576584"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37" name="Content Placeholder">
            <a:extLst>
              <a:ext uri="{FF2B5EF4-FFF2-40B4-BE49-F238E27FC236}">
                <a16:creationId xmlns:a16="http://schemas.microsoft.com/office/drawing/2014/main" id="{A0847245-BA4C-4407-ABC7-3C552F4D6BC0}"/>
              </a:ext>
            </a:extLst>
          </p:cNvPr>
          <p:cNvSpPr>
            <a:spLocks noGrp="1"/>
          </p:cNvSpPr>
          <p:nvPr>
            <p:ph idx="1"/>
          </p:nvPr>
        </p:nvSpPr>
        <p:spPr>
          <a:xfrm>
            <a:off x="316825" y="1361858"/>
            <a:ext cx="7576584"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Subtitle">
            <a:extLst>
              <a:ext uri="{FF2B5EF4-FFF2-40B4-BE49-F238E27FC236}">
                <a16:creationId xmlns:a16="http://schemas.microsoft.com/office/drawing/2014/main" id="{B1D370CD-F9E6-44D0-B982-D2365881B28F}"/>
              </a:ext>
            </a:extLst>
          </p:cNvPr>
          <p:cNvSpPr>
            <a:spLocks noGrp="1"/>
          </p:cNvSpPr>
          <p:nvPr>
            <p:ph type="body" sz="quarter" idx="13" hasCustomPrompt="1"/>
          </p:nvPr>
        </p:nvSpPr>
        <p:spPr>
          <a:xfrm>
            <a:off x="316825" y="874172"/>
            <a:ext cx="7576584"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39" name="Title">
            <a:extLst>
              <a:ext uri="{FF2B5EF4-FFF2-40B4-BE49-F238E27FC236}">
                <a16:creationId xmlns:a16="http://schemas.microsoft.com/office/drawing/2014/main" id="{1002E24D-CC40-4EF2-8FAF-FFA09383B016}"/>
              </a:ext>
            </a:extLst>
          </p:cNvPr>
          <p:cNvSpPr>
            <a:spLocks noGrp="1"/>
          </p:cNvSpPr>
          <p:nvPr>
            <p:ph type="title" hasCustomPrompt="1"/>
          </p:nvPr>
        </p:nvSpPr>
        <p:spPr>
          <a:xfrm>
            <a:off x="316779" y="316788"/>
            <a:ext cx="7576584"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3555684115"/>
      </p:ext>
    </p:extLst>
  </p:cSld>
  <p:clrMapOvr>
    <a:masterClrMapping/>
  </p:clrMapOvr>
  <p:extLst>
    <p:ext uri="{DCECCB84-F9BA-43D5-87BE-67443E8EF086}">
      <p15:sldGuideLst xmlns:p15="http://schemas.microsoft.com/office/powerpoint/2012/main">
        <p15:guide id="1" pos="219">
          <p15:clr>
            <a:srgbClr val="A4A3A4"/>
          </p15:clr>
        </p15:guide>
        <p15:guide id="2" orient="horz" pos="4328">
          <p15:clr>
            <a:srgbClr val="A4A3A4"/>
          </p15:clr>
        </p15:guide>
        <p15:guide id="3" orient="horz" pos="4235">
          <p15:clr>
            <a:srgbClr val="A4A3A4"/>
          </p15:clr>
        </p15:guide>
        <p15:guide id="4" orient="horz" pos="945">
          <p15:clr>
            <a:srgbClr val="A4A3A4"/>
          </p15:clr>
        </p15:guide>
        <p15:guide id="5" orient="horz" pos="834">
          <p15:clr>
            <a:srgbClr val="A4A3A4"/>
          </p15:clr>
        </p15:guide>
        <p15:guide id="6" orient="horz" pos="606">
          <p15:clr>
            <a:srgbClr val="A4A3A4"/>
          </p15:clr>
        </p15:guide>
        <p15:guide id="7" orient="horz" pos="561">
          <p15:clr>
            <a:srgbClr val="A4A3A4"/>
          </p15:clr>
        </p15:guide>
        <p15:guide id="8" orient="horz" pos="219">
          <p15:clr>
            <a:srgbClr val="A4A3A4"/>
          </p15:clr>
        </p15:guide>
        <p15:guide id="9" pos="5483">
          <p15:clr>
            <a:srgbClr val="A4A3A4"/>
          </p15:clr>
        </p15:guide>
        <p15:guide id="10" pos="8249">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3:1 Content and Graphics">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grpSp>
        <p:nvGrpSpPr>
          <p:cNvPr id="10" name="GROUP_ARC">
            <a:extLst>
              <a:ext uri="{FF2B5EF4-FFF2-40B4-BE49-F238E27FC236}">
                <a16:creationId xmlns:a16="http://schemas.microsoft.com/office/drawing/2014/main" id="{BD9D76A9-3E2B-48D6-89E8-18147046F578}"/>
              </a:ext>
            </a:extLst>
          </p:cNvPr>
          <p:cNvGrpSpPr/>
          <p:nvPr userDrawn="1"/>
        </p:nvGrpSpPr>
        <p:grpSpPr>
          <a:xfrm>
            <a:off x="9278933" y="40286"/>
            <a:ext cx="2913069" cy="6501222"/>
            <a:chOff x="10228573" y="44408"/>
            <a:chExt cx="3211203" cy="7166393"/>
          </a:xfrm>
        </p:grpSpPr>
        <p:sp>
          <p:nvSpPr>
            <p:cNvPr id="19" name="SHAPE_Arc1">
              <a:extLst>
                <a:ext uri="{FF2B5EF4-FFF2-40B4-BE49-F238E27FC236}">
                  <a16:creationId xmlns:a16="http://schemas.microsoft.com/office/drawing/2014/main" id="{51DFA3C9-9EBA-4FE9-88BA-CB666F920DD9}"/>
                </a:ext>
              </a:extLst>
            </p:cNvPr>
            <p:cNvSpPr>
              <a:spLocks noChangeAspect="1"/>
            </p:cNvSpPr>
            <p:nvPr/>
          </p:nvSpPr>
          <p:spPr>
            <a:xfrm>
              <a:off x="10228573" y="44408"/>
              <a:ext cx="3211203" cy="7166392"/>
            </a:xfrm>
            <a:custGeom>
              <a:avLst/>
              <a:gdLst>
                <a:gd name="connsiteX0" fmla="*/ 3211203 w 3211203"/>
                <a:gd name="connsiteY0" fmla="*/ 0 h 7166392"/>
                <a:gd name="connsiteX1" fmla="*/ 3211203 w 3211203"/>
                <a:gd name="connsiteY1" fmla="*/ 7166392 h 7166392"/>
                <a:gd name="connsiteX2" fmla="*/ 0 w 3211203"/>
                <a:gd name="connsiteY2" fmla="*/ 7166392 h 7166392"/>
                <a:gd name="connsiteX3" fmla="*/ 0 w 3211203"/>
                <a:gd name="connsiteY3" fmla="*/ 1793157 h 7166392"/>
                <a:gd name="connsiteX4" fmla="*/ 256234 w 3211203"/>
                <a:gd name="connsiteY4" fmla="*/ 1573054 h 7166392"/>
                <a:gd name="connsiteX5" fmla="*/ 2924540 w 3211203"/>
                <a:gd name="connsiteY5" fmla="*/ 89392 h 71663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11203" h="7166392">
                  <a:moveTo>
                    <a:pt x="3211203" y="0"/>
                  </a:moveTo>
                  <a:lnTo>
                    <a:pt x="3211203" y="7166392"/>
                  </a:lnTo>
                  <a:lnTo>
                    <a:pt x="0" y="7166392"/>
                  </a:lnTo>
                  <a:lnTo>
                    <a:pt x="0" y="1793157"/>
                  </a:lnTo>
                  <a:lnTo>
                    <a:pt x="256234" y="1573054"/>
                  </a:lnTo>
                  <a:cubicBezTo>
                    <a:pt x="1042538" y="931071"/>
                    <a:pt x="1943856" y="424635"/>
                    <a:pt x="2924540" y="89392"/>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sp>
          <p:nvSpPr>
            <p:cNvPr id="18" name="SHAPE_Arc2">
              <a:extLst>
                <a:ext uri="{FF2B5EF4-FFF2-40B4-BE49-F238E27FC236}">
                  <a16:creationId xmlns:a16="http://schemas.microsoft.com/office/drawing/2014/main" id="{595B15D5-6951-47BB-AAFA-406F9C97B575}"/>
                </a:ext>
              </a:extLst>
            </p:cNvPr>
            <p:cNvSpPr>
              <a:spLocks noChangeAspect="1"/>
            </p:cNvSpPr>
            <p:nvPr/>
          </p:nvSpPr>
          <p:spPr>
            <a:xfrm>
              <a:off x="10798624" y="1497486"/>
              <a:ext cx="2641151" cy="5713315"/>
            </a:xfrm>
            <a:custGeom>
              <a:avLst/>
              <a:gdLst>
                <a:gd name="connsiteX0" fmla="*/ 2641151 w 2641151"/>
                <a:gd name="connsiteY0" fmla="*/ 0 h 5713315"/>
                <a:gd name="connsiteX1" fmla="*/ 2641151 w 2641151"/>
                <a:gd name="connsiteY1" fmla="*/ 5713315 h 5713315"/>
                <a:gd name="connsiteX2" fmla="*/ 0 w 2641151"/>
                <a:gd name="connsiteY2" fmla="*/ 5713315 h 5713315"/>
                <a:gd name="connsiteX3" fmla="*/ 32647 w 2641151"/>
                <a:gd name="connsiteY3" fmla="*/ 5066790 h 5713315"/>
                <a:gd name="connsiteX4" fmla="*/ 2421104 w 2641151"/>
                <a:gd name="connsiteY4" fmla="*/ 198787 h 57133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41151" h="5713315">
                  <a:moveTo>
                    <a:pt x="2641151" y="0"/>
                  </a:moveTo>
                  <a:lnTo>
                    <a:pt x="2641151" y="5713315"/>
                  </a:lnTo>
                  <a:lnTo>
                    <a:pt x="0" y="5713315"/>
                  </a:lnTo>
                  <a:lnTo>
                    <a:pt x="32647" y="5066790"/>
                  </a:lnTo>
                  <a:cubicBezTo>
                    <a:pt x="226495" y="3158005"/>
                    <a:pt x="1106053" y="1451931"/>
                    <a:pt x="2421104" y="198787"/>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grpSp>
      <p:sp>
        <p:nvSpPr>
          <p:cNvPr id="9" name="SHAPE_White">
            <a:extLst>
              <a:ext uri="{FF2B5EF4-FFF2-40B4-BE49-F238E27FC236}">
                <a16:creationId xmlns:a16="http://schemas.microsoft.com/office/drawing/2014/main" id="{C9E43454-2D61-4346-AA6E-8A2CF865DF0C}"/>
              </a:ext>
            </a:extLst>
          </p:cNvPr>
          <p:cNvSpPr/>
          <p:nvPr userDrawn="1"/>
        </p:nvSpPr>
        <p:spPr>
          <a:xfrm>
            <a:off x="-1" y="0"/>
            <a:ext cx="9278934" cy="6541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err="1">
              <a:solidFill>
                <a:schemeClr val="tx1"/>
              </a:solidFill>
            </a:endParaRPr>
          </a:p>
        </p:txBody>
      </p:sp>
      <p:sp>
        <p:nvSpPr>
          <p:cNvPr id="36" name="Source">
            <a:extLst>
              <a:ext uri="{FF2B5EF4-FFF2-40B4-BE49-F238E27FC236}">
                <a16:creationId xmlns:a16="http://schemas.microsoft.com/office/drawing/2014/main" id="{5DB6341D-302D-4077-80CB-4A7EAD05529E}"/>
              </a:ext>
            </a:extLst>
          </p:cNvPr>
          <p:cNvSpPr>
            <a:spLocks noGrp="1"/>
          </p:cNvSpPr>
          <p:nvPr>
            <p:ph type="body" sz="quarter" idx="14" hasCustomPrompt="1"/>
          </p:nvPr>
        </p:nvSpPr>
        <p:spPr>
          <a:xfrm>
            <a:off x="315625" y="6099509"/>
            <a:ext cx="8572644" cy="130634"/>
          </a:xfrm>
          <a:noFill/>
        </p:spPr>
        <p:txBody>
          <a:bodyPr anchor="b" anchorCtr="0"/>
          <a:lstStyle>
            <a:lvl1pPr marL="0" indent="0">
              <a:spcBef>
                <a:spcPts val="0"/>
              </a:spcBef>
              <a:buNone/>
              <a:defRPr sz="907"/>
            </a:lvl1pPr>
            <a:lvl2pPr marL="0" indent="0">
              <a:spcBef>
                <a:spcPts val="0"/>
              </a:spcBef>
              <a:buNone/>
              <a:defRPr sz="907"/>
            </a:lvl2pPr>
            <a:lvl3pPr marL="0" indent="0">
              <a:spcBef>
                <a:spcPts val="0"/>
              </a:spcBef>
              <a:buNone/>
              <a:defRPr sz="907"/>
            </a:lvl3pPr>
            <a:lvl4pPr marL="0" indent="0">
              <a:spcBef>
                <a:spcPts val="0"/>
              </a:spcBef>
              <a:buNone/>
              <a:defRPr sz="907"/>
            </a:lvl4pPr>
            <a:lvl5pPr marL="0" indent="0">
              <a:spcBef>
                <a:spcPts val="0"/>
              </a:spcBef>
              <a:buNone/>
              <a:defRPr sz="907"/>
            </a:lvl5pPr>
            <a:lvl6pPr marL="0" indent="0">
              <a:spcBef>
                <a:spcPts val="0"/>
              </a:spcBef>
              <a:buNone/>
              <a:defRPr sz="907"/>
            </a:lvl6pPr>
            <a:lvl7pPr marL="0" indent="0">
              <a:spcBef>
                <a:spcPts val="0"/>
              </a:spcBef>
              <a:buNone/>
              <a:defRPr sz="907"/>
            </a:lvl7pPr>
            <a:lvl8pPr marL="0" indent="0">
              <a:spcBef>
                <a:spcPts val="0"/>
              </a:spcBef>
              <a:buNone/>
              <a:defRPr sz="907"/>
            </a:lvl8pPr>
            <a:lvl9pPr marL="0" indent="0">
              <a:spcBef>
                <a:spcPts val="0"/>
              </a:spcBef>
              <a:buNone/>
              <a:defRPr sz="907"/>
            </a:lvl9pPr>
          </a:lstStyle>
          <a:p>
            <a:pPr lvl="0"/>
            <a:r>
              <a:rPr lang="en-US"/>
              <a:t>Add source or notes</a:t>
            </a:r>
          </a:p>
        </p:txBody>
      </p:sp>
      <p:sp>
        <p:nvSpPr>
          <p:cNvPr id="37" name="Content Placeholder">
            <a:extLst>
              <a:ext uri="{FF2B5EF4-FFF2-40B4-BE49-F238E27FC236}">
                <a16:creationId xmlns:a16="http://schemas.microsoft.com/office/drawing/2014/main" id="{48AAF17F-B967-40AC-A313-DC85CB99BD84}"/>
              </a:ext>
            </a:extLst>
          </p:cNvPr>
          <p:cNvSpPr>
            <a:spLocks noGrp="1"/>
          </p:cNvSpPr>
          <p:nvPr>
            <p:ph idx="1"/>
          </p:nvPr>
        </p:nvSpPr>
        <p:spPr>
          <a:xfrm>
            <a:off x="316825" y="1361858"/>
            <a:ext cx="8572644" cy="47354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8" name="Subtitle">
            <a:extLst>
              <a:ext uri="{FF2B5EF4-FFF2-40B4-BE49-F238E27FC236}">
                <a16:creationId xmlns:a16="http://schemas.microsoft.com/office/drawing/2014/main" id="{A94D884B-09E1-4F0C-929B-DE6208F88D94}"/>
              </a:ext>
            </a:extLst>
          </p:cNvPr>
          <p:cNvSpPr>
            <a:spLocks noGrp="1"/>
          </p:cNvSpPr>
          <p:nvPr>
            <p:ph type="body" sz="quarter" idx="13" hasCustomPrompt="1"/>
          </p:nvPr>
        </p:nvSpPr>
        <p:spPr>
          <a:xfrm>
            <a:off x="316825" y="874172"/>
            <a:ext cx="8572644"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39" name="Title">
            <a:extLst>
              <a:ext uri="{FF2B5EF4-FFF2-40B4-BE49-F238E27FC236}">
                <a16:creationId xmlns:a16="http://schemas.microsoft.com/office/drawing/2014/main" id="{B1A77990-529B-45C0-972D-27AB0D6EFBE8}"/>
              </a:ext>
            </a:extLst>
          </p:cNvPr>
          <p:cNvSpPr>
            <a:spLocks noGrp="1"/>
          </p:cNvSpPr>
          <p:nvPr>
            <p:ph type="title" hasCustomPrompt="1"/>
          </p:nvPr>
        </p:nvSpPr>
        <p:spPr>
          <a:xfrm>
            <a:off x="316778" y="316788"/>
            <a:ext cx="8572644" cy="489870"/>
          </a:xfrm>
        </p:spPr>
        <p:txBody>
          <a:bodyPr/>
          <a:lstStyle>
            <a:lvl1pPr>
              <a:defRPr/>
            </a:lvl1pPr>
          </a:lstStyle>
          <a:p>
            <a:r>
              <a:rPr lang="en-US"/>
              <a:t>Add title</a:t>
            </a:r>
            <a:endParaRPr lang="en-GB"/>
          </a:p>
        </p:txBody>
      </p:sp>
    </p:spTree>
    <p:extLst>
      <p:ext uri="{BB962C8B-B14F-4D97-AF65-F5344CB8AC3E}">
        <p14:creationId xmlns:p14="http://schemas.microsoft.com/office/powerpoint/2010/main" val="2605883792"/>
      </p:ext>
    </p:extLst>
  </p:cSld>
  <p:clrMapOvr>
    <a:masterClrMapping/>
  </p:clrMapOvr>
  <p:extLst>
    <p:ext uri="{DCECCB84-F9BA-43D5-87BE-67443E8EF086}">
      <p15:sldGuideLst xmlns:p15="http://schemas.microsoft.com/office/powerpoint/2012/main">
        <p15:guide id="1" pos="6174">
          <p15:clr>
            <a:srgbClr val="A4A3A4"/>
          </p15:clr>
        </p15:guide>
        <p15:guide id="2" orient="horz" pos="4328">
          <p15:clr>
            <a:srgbClr val="A4A3A4"/>
          </p15:clr>
        </p15:guide>
        <p15:guide id="3" orient="horz" pos="4235">
          <p15:clr>
            <a:srgbClr val="A4A3A4"/>
          </p15:clr>
        </p15:guide>
        <p15:guide id="4" orient="horz" pos="945">
          <p15:clr>
            <a:srgbClr val="A4A3A4"/>
          </p15:clr>
        </p15:guide>
        <p15:guide id="5" orient="horz" pos="834">
          <p15:clr>
            <a:srgbClr val="A4A3A4"/>
          </p15:clr>
        </p15:guide>
        <p15:guide id="6" orient="horz" pos="606">
          <p15:clr>
            <a:srgbClr val="A4A3A4"/>
          </p15:clr>
        </p15:guide>
        <p15:guide id="7" orient="horz" pos="561">
          <p15:clr>
            <a:srgbClr val="A4A3A4"/>
          </p15:clr>
        </p15:guide>
        <p15:guide id="8" orient="horz" pos="219">
          <p15:clr>
            <a:srgbClr val="A4A3A4"/>
          </p15:clr>
        </p15:guide>
        <p15:guide id="9" pos="8249">
          <p15:clr>
            <a:srgbClr val="A4A3A4"/>
          </p15:clr>
        </p15:guide>
        <p15:guide id="10" pos="219">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Graphics and Image">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5" name="SHAPE_White">
            <a:extLst>
              <a:ext uri="{FF2B5EF4-FFF2-40B4-BE49-F238E27FC236}">
                <a16:creationId xmlns:a16="http://schemas.microsoft.com/office/drawing/2014/main" id="{353C82EB-C089-4B20-B137-3B3F33076467}"/>
              </a:ext>
            </a:extLst>
          </p:cNvPr>
          <p:cNvSpPr/>
          <p:nvPr userDrawn="1"/>
        </p:nvSpPr>
        <p:spPr>
          <a:xfrm>
            <a:off x="6096000" y="0"/>
            <a:ext cx="6096000" cy="6541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err="1">
              <a:solidFill>
                <a:schemeClr val="tx1"/>
              </a:solidFill>
            </a:endParaRPr>
          </a:p>
        </p:txBody>
      </p:sp>
      <p:grpSp>
        <p:nvGrpSpPr>
          <p:cNvPr id="13" name="GROUP_ARC">
            <a:extLst>
              <a:ext uri="{FF2B5EF4-FFF2-40B4-BE49-F238E27FC236}">
                <a16:creationId xmlns:a16="http://schemas.microsoft.com/office/drawing/2014/main" id="{B698C63E-F3A7-474D-95D0-17B7B1273096}"/>
              </a:ext>
            </a:extLst>
          </p:cNvPr>
          <p:cNvGrpSpPr/>
          <p:nvPr userDrawn="1"/>
        </p:nvGrpSpPr>
        <p:grpSpPr>
          <a:xfrm>
            <a:off x="0" y="0"/>
            <a:ext cx="6096000" cy="6541507"/>
            <a:chOff x="0" y="0"/>
            <a:chExt cx="6719887" cy="7210800"/>
          </a:xfrm>
        </p:grpSpPr>
        <p:sp>
          <p:nvSpPr>
            <p:cNvPr id="12" name="SHAPE_Arc1">
              <a:extLst>
                <a:ext uri="{FF2B5EF4-FFF2-40B4-BE49-F238E27FC236}">
                  <a16:creationId xmlns:a16="http://schemas.microsoft.com/office/drawing/2014/main" id="{B7010086-CB3F-4FC0-98A3-0733AF044408}"/>
                </a:ext>
              </a:extLst>
            </p:cNvPr>
            <p:cNvSpPr>
              <a:spLocks noChangeAspect="1"/>
            </p:cNvSpPr>
            <p:nvPr/>
          </p:nvSpPr>
          <p:spPr>
            <a:xfrm flipH="1">
              <a:off x="0" y="0"/>
              <a:ext cx="6719887" cy="7210800"/>
            </a:xfrm>
            <a:custGeom>
              <a:avLst/>
              <a:gdLst>
                <a:gd name="connsiteX0" fmla="*/ 6719887 w 6719887"/>
                <a:gd name="connsiteY0" fmla="*/ 0 h 7210800"/>
                <a:gd name="connsiteX1" fmla="*/ 3894073 w 6719887"/>
                <a:gd name="connsiteY1" fmla="*/ 0 h 7210800"/>
                <a:gd name="connsiteX2" fmla="*/ 3465004 w 6719887"/>
                <a:gd name="connsiteY2" fmla="*/ 133800 h 7210800"/>
                <a:gd name="connsiteX3" fmla="*/ 107939 w 6719887"/>
                <a:gd name="connsiteY3" fmla="*/ 2244121 h 7210800"/>
                <a:gd name="connsiteX4" fmla="*/ 0 w 6719887"/>
                <a:gd name="connsiteY4" fmla="*/ 2360812 h 7210800"/>
                <a:gd name="connsiteX5" fmla="*/ 0 w 6719887"/>
                <a:gd name="connsiteY5" fmla="*/ 7210800 h 7210800"/>
                <a:gd name="connsiteX6" fmla="*/ 6719887 w 6719887"/>
                <a:gd name="connsiteY6" fmla="*/ 7210800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9887" h="7210800">
                  <a:moveTo>
                    <a:pt x="6719887" y="0"/>
                  </a:moveTo>
                  <a:lnTo>
                    <a:pt x="3894073" y="0"/>
                  </a:lnTo>
                  <a:lnTo>
                    <a:pt x="3465004" y="133800"/>
                  </a:lnTo>
                  <a:cubicBezTo>
                    <a:pt x="2184110" y="571668"/>
                    <a:pt x="1038612" y="1301585"/>
                    <a:pt x="107939" y="2244121"/>
                  </a:cubicBezTo>
                  <a:lnTo>
                    <a:pt x="0" y="2360812"/>
                  </a:lnTo>
                  <a:lnTo>
                    <a:pt x="0" y="7210800"/>
                  </a:lnTo>
                  <a:lnTo>
                    <a:pt x="6719887" y="721080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sp>
          <p:nvSpPr>
            <p:cNvPr id="8" name="SHAPE_Arc2">
              <a:extLst>
                <a:ext uri="{FF2B5EF4-FFF2-40B4-BE49-F238E27FC236}">
                  <a16:creationId xmlns:a16="http://schemas.microsoft.com/office/drawing/2014/main" id="{ED368E19-D375-4517-9B41-788E2228D90F}"/>
                </a:ext>
              </a:extLst>
            </p:cNvPr>
            <p:cNvSpPr>
              <a:spLocks noChangeAspect="1"/>
            </p:cNvSpPr>
            <p:nvPr/>
          </p:nvSpPr>
          <p:spPr>
            <a:xfrm flipH="1">
              <a:off x="2" y="0"/>
              <a:ext cx="5609370" cy="7210800"/>
            </a:xfrm>
            <a:custGeom>
              <a:avLst/>
              <a:gdLst>
                <a:gd name="connsiteX0" fmla="*/ 2987291 w 3241371"/>
                <a:gd name="connsiteY0" fmla="*/ 0 h 4166756"/>
                <a:gd name="connsiteX1" fmla="*/ 3241371 w 3241371"/>
                <a:gd name="connsiteY1" fmla="*/ 0 h 4166756"/>
                <a:gd name="connsiteX2" fmla="*/ 3241371 w 3241371"/>
                <a:gd name="connsiteY2" fmla="*/ 4166756 h 4166756"/>
                <a:gd name="connsiteX3" fmla="*/ 0 w 3241371"/>
                <a:gd name="connsiteY3" fmla="*/ 4166756 h 4166756"/>
                <a:gd name="connsiteX4" fmla="*/ 18865 w 3241371"/>
                <a:gd name="connsiteY4" fmla="*/ 3793162 h 4166756"/>
                <a:gd name="connsiteX5" fmla="*/ 2752954 w 3241371"/>
                <a:gd name="connsiteY5" fmla="*/ 89666 h 416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1371" h="4166756">
                  <a:moveTo>
                    <a:pt x="2987291" y="0"/>
                  </a:moveTo>
                  <a:lnTo>
                    <a:pt x="3241371" y="0"/>
                  </a:lnTo>
                  <a:lnTo>
                    <a:pt x="3241371" y="4166756"/>
                  </a:lnTo>
                  <a:lnTo>
                    <a:pt x="0" y="4166756"/>
                  </a:lnTo>
                  <a:lnTo>
                    <a:pt x="18865" y="3793162"/>
                  </a:lnTo>
                  <a:cubicBezTo>
                    <a:pt x="188544" y="2122359"/>
                    <a:pt x="1267428" y="720340"/>
                    <a:pt x="2752954" y="89666"/>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grpSp>
      <p:sp>
        <p:nvSpPr>
          <p:cNvPr id="15" name="Picture Placeholder">
            <a:extLst>
              <a:ext uri="{FF2B5EF4-FFF2-40B4-BE49-F238E27FC236}">
                <a16:creationId xmlns:a16="http://schemas.microsoft.com/office/drawing/2014/main" id="{9FE9D0C2-0C54-472B-99F3-737EBE224261}"/>
              </a:ext>
            </a:extLst>
          </p:cNvPr>
          <p:cNvSpPr>
            <a:spLocks noGrp="1"/>
          </p:cNvSpPr>
          <p:nvPr>
            <p:ph type="pic" sz="quarter" idx="13"/>
          </p:nvPr>
        </p:nvSpPr>
        <p:spPr>
          <a:xfrm>
            <a:off x="6096001" y="-339"/>
            <a:ext cx="6096000" cy="6541507"/>
          </a:xfrm>
        </p:spPr>
        <p:txBody>
          <a:bodyPr/>
          <a:lstStyle>
            <a:lvl1pPr marL="0" indent="0">
              <a:buNone/>
              <a:defRPr/>
            </a:lvl1pPr>
          </a:lstStyle>
          <a:p>
            <a:r>
              <a:rPr lang="en-US"/>
              <a:t>Click icon to add picture</a:t>
            </a:r>
            <a:endParaRPr lang="en-GB"/>
          </a:p>
        </p:txBody>
      </p:sp>
    </p:spTree>
    <p:extLst>
      <p:ext uri="{BB962C8B-B14F-4D97-AF65-F5344CB8AC3E}">
        <p14:creationId xmlns:p14="http://schemas.microsoft.com/office/powerpoint/2010/main" val="2359454048"/>
      </p:ext>
    </p:extLst>
  </p:cSld>
  <p:clrMapOvr>
    <a:masterClrMapping/>
  </p:clrMapOvr>
  <p:extLst>
    <p:ext uri="{DCECCB84-F9BA-43D5-87BE-67443E8EF086}">
      <p15:sldGuideLst xmlns:p15="http://schemas.microsoft.com/office/powerpoint/2012/main">
        <p15:guide id="1" pos="219">
          <p15:clr>
            <a:srgbClr val="A4A3A4"/>
          </p15:clr>
        </p15:guide>
        <p15:guide id="2" orient="horz" pos="4326">
          <p15:clr>
            <a:srgbClr val="A4A3A4"/>
          </p15:clr>
        </p15:guide>
        <p15:guide id="3" orient="horz" pos="219">
          <p15:clr>
            <a:srgbClr val="A4A3A4"/>
          </p15:clr>
        </p15:guide>
        <p15:guide id="4" pos="824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Image and Graphics">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5" name="SHAPE_White">
            <a:extLst>
              <a:ext uri="{FF2B5EF4-FFF2-40B4-BE49-F238E27FC236}">
                <a16:creationId xmlns:a16="http://schemas.microsoft.com/office/drawing/2014/main" id="{353C82EB-C089-4B20-B137-3B3F33076467}"/>
              </a:ext>
            </a:extLst>
          </p:cNvPr>
          <p:cNvSpPr/>
          <p:nvPr userDrawn="1"/>
        </p:nvSpPr>
        <p:spPr>
          <a:xfrm>
            <a:off x="0" y="0"/>
            <a:ext cx="6096000" cy="6541507"/>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52" err="1">
              <a:solidFill>
                <a:schemeClr val="tx1"/>
              </a:solidFill>
            </a:endParaRPr>
          </a:p>
        </p:txBody>
      </p:sp>
      <p:grpSp>
        <p:nvGrpSpPr>
          <p:cNvPr id="13" name="GROUP_ARC">
            <a:extLst>
              <a:ext uri="{FF2B5EF4-FFF2-40B4-BE49-F238E27FC236}">
                <a16:creationId xmlns:a16="http://schemas.microsoft.com/office/drawing/2014/main" id="{B698C63E-F3A7-474D-95D0-17B7B1273096}"/>
              </a:ext>
            </a:extLst>
          </p:cNvPr>
          <p:cNvGrpSpPr/>
          <p:nvPr userDrawn="1"/>
        </p:nvGrpSpPr>
        <p:grpSpPr>
          <a:xfrm flipH="1">
            <a:off x="6096001" y="0"/>
            <a:ext cx="6096000" cy="6541507"/>
            <a:chOff x="0" y="0"/>
            <a:chExt cx="6719887" cy="7210800"/>
          </a:xfrm>
        </p:grpSpPr>
        <p:sp>
          <p:nvSpPr>
            <p:cNvPr id="12" name="SHAPE_Arc1">
              <a:extLst>
                <a:ext uri="{FF2B5EF4-FFF2-40B4-BE49-F238E27FC236}">
                  <a16:creationId xmlns:a16="http://schemas.microsoft.com/office/drawing/2014/main" id="{B7010086-CB3F-4FC0-98A3-0733AF044408}"/>
                </a:ext>
              </a:extLst>
            </p:cNvPr>
            <p:cNvSpPr>
              <a:spLocks noChangeAspect="1"/>
            </p:cNvSpPr>
            <p:nvPr/>
          </p:nvSpPr>
          <p:spPr>
            <a:xfrm flipH="1">
              <a:off x="0" y="0"/>
              <a:ext cx="6719887" cy="7210800"/>
            </a:xfrm>
            <a:custGeom>
              <a:avLst/>
              <a:gdLst>
                <a:gd name="connsiteX0" fmla="*/ 6719887 w 6719887"/>
                <a:gd name="connsiteY0" fmla="*/ 0 h 7210800"/>
                <a:gd name="connsiteX1" fmla="*/ 3894073 w 6719887"/>
                <a:gd name="connsiteY1" fmla="*/ 0 h 7210800"/>
                <a:gd name="connsiteX2" fmla="*/ 3465004 w 6719887"/>
                <a:gd name="connsiteY2" fmla="*/ 133800 h 7210800"/>
                <a:gd name="connsiteX3" fmla="*/ 107939 w 6719887"/>
                <a:gd name="connsiteY3" fmla="*/ 2244121 h 7210800"/>
                <a:gd name="connsiteX4" fmla="*/ 0 w 6719887"/>
                <a:gd name="connsiteY4" fmla="*/ 2360812 h 7210800"/>
                <a:gd name="connsiteX5" fmla="*/ 0 w 6719887"/>
                <a:gd name="connsiteY5" fmla="*/ 7210800 h 7210800"/>
                <a:gd name="connsiteX6" fmla="*/ 6719887 w 6719887"/>
                <a:gd name="connsiteY6" fmla="*/ 7210800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719887" h="7210800">
                  <a:moveTo>
                    <a:pt x="6719887" y="0"/>
                  </a:moveTo>
                  <a:lnTo>
                    <a:pt x="3894073" y="0"/>
                  </a:lnTo>
                  <a:lnTo>
                    <a:pt x="3465004" y="133800"/>
                  </a:lnTo>
                  <a:cubicBezTo>
                    <a:pt x="2184110" y="571668"/>
                    <a:pt x="1038612" y="1301585"/>
                    <a:pt x="107939" y="2244121"/>
                  </a:cubicBezTo>
                  <a:lnTo>
                    <a:pt x="0" y="2360812"/>
                  </a:lnTo>
                  <a:lnTo>
                    <a:pt x="0" y="7210800"/>
                  </a:lnTo>
                  <a:lnTo>
                    <a:pt x="6719887" y="7210800"/>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sp>
          <p:nvSpPr>
            <p:cNvPr id="8" name="SHAPE_Arc2">
              <a:extLst>
                <a:ext uri="{FF2B5EF4-FFF2-40B4-BE49-F238E27FC236}">
                  <a16:creationId xmlns:a16="http://schemas.microsoft.com/office/drawing/2014/main" id="{ED368E19-D375-4517-9B41-788E2228D90F}"/>
                </a:ext>
              </a:extLst>
            </p:cNvPr>
            <p:cNvSpPr>
              <a:spLocks noChangeAspect="1"/>
            </p:cNvSpPr>
            <p:nvPr/>
          </p:nvSpPr>
          <p:spPr>
            <a:xfrm flipH="1">
              <a:off x="2" y="0"/>
              <a:ext cx="5609370" cy="7210800"/>
            </a:xfrm>
            <a:custGeom>
              <a:avLst/>
              <a:gdLst>
                <a:gd name="connsiteX0" fmla="*/ 2987291 w 3241371"/>
                <a:gd name="connsiteY0" fmla="*/ 0 h 4166756"/>
                <a:gd name="connsiteX1" fmla="*/ 3241371 w 3241371"/>
                <a:gd name="connsiteY1" fmla="*/ 0 h 4166756"/>
                <a:gd name="connsiteX2" fmla="*/ 3241371 w 3241371"/>
                <a:gd name="connsiteY2" fmla="*/ 4166756 h 4166756"/>
                <a:gd name="connsiteX3" fmla="*/ 0 w 3241371"/>
                <a:gd name="connsiteY3" fmla="*/ 4166756 h 4166756"/>
                <a:gd name="connsiteX4" fmla="*/ 18865 w 3241371"/>
                <a:gd name="connsiteY4" fmla="*/ 3793162 h 4166756"/>
                <a:gd name="connsiteX5" fmla="*/ 2752954 w 3241371"/>
                <a:gd name="connsiteY5" fmla="*/ 89666 h 41667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41371" h="4166756">
                  <a:moveTo>
                    <a:pt x="2987291" y="0"/>
                  </a:moveTo>
                  <a:lnTo>
                    <a:pt x="3241371" y="0"/>
                  </a:lnTo>
                  <a:lnTo>
                    <a:pt x="3241371" y="4166756"/>
                  </a:lnTo>
                  <a:lnTo>
                    <a:pt x="0" y="4166756"/>
                  </a:lnTo>
                  <a:lnTo>
                    <a:pt x="18865" y="3793162"/>
                  </a:lnTo>
                  <a:cubicBezTo>
                    <a:pt x="188544" y="2122359"/>
                    <a:pt x="1267428" y="720340"/>
                    <a:pt x="2752954" y="89666"/>
                  </a:cubicBez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764"/>
            </a:p>
          </p:txBody>
        </p:sp>
      </p:grpSp>
      <p:sp>
        <p:nvSpPr>
          <p:cNvPr id="15" name="Picture Placeholder">
            <a:extLst>
              <a:ext uri="{FF2B5EF4-FFF2-40B4-BE49-F238E27FC236}">
                <a16:creationId xmlns:a16="http://schemas.microsoft.com/office/drawing/2014/main" id="{9FE9D0C2-0C54-472B-99F3-737EBE224261}"/>
              </a:ext>
            </a:extLst>
          </p:cNvPr>
          <p:cNvSpPr>
            <a:spLocks noGrp="1"/>
          </p:cNvSpPr>
          <p:nvPr>
            <p:ph type="pic" sz="quarter" idx="13"/>
          </p:nvPr>
        </p:nvSpPr>
        <p:spPr>
          <a:xfrm>
            <a:off x="0" y="-339"/>
            <a:ext cx="6096000" cy="6541507"/>
          </a:xfrm>
        </p:spPr>
        <p:txBody>
          <a:bodyPr/>
          <a:lstStyle>
            <a:lvl1pPr marL="0" indent="0">
              <a:buNone/>
              <a:defRPr/>
            </a:lvl1pPr>
          </a:lstStyle>
          <a:p>
            <a:r>
              <a:rPr lang="en-US"/>
              <a:t>Click icon to add picture</a:t>
            </a:r>
            <a:endParaRPr lang="en-GB"/>
          </a:p>
        </p:txBody>
      </p:sp>
    </p:spTree>
    <p:extLst>
      <p:ext uri="{BB962C8B-B14F-4D97-AF65-F5344CB8AC3E}">
        <p14:creationId xmlns:p14="http://schemas.microsoft.com/office/powerpoint/2010/main" val="2546051781"/>
      </p:ext>
    </p:extLst>
  </p:cSld>
  <p:clrMapOvr>
    <a:masterClrMapping/>
  </p:clrMapOvr>
  <p:extLst>
    <p:ext uri="{DCECCB84-F9BA-43D5-87BE-67443E8EF086}">
      <p15:sldGuideLst xmlns:p15="http://schemas.microsoft.com/office/powerpoint/2012/main">
        <p15:guide id="1" pos="219">
          <p15:clr>
            <a:srgbClr val="A4A3A4"/>
          </p15:clr>
        </p15:guide>
        <p15:guide id="2" orient="horz" pos="4328">
          <p15:clr>
            <a:srgbClr val="A4A3A4"/>
          </p15:clr>
        </p15:guide>
        <p15:guide id="3" orient="horz" pos="219">
          <p15:clr>
            <a:srgbClr val="A4A3A4"/>
          </p15:clr>
        </p15:guide>
        <p15:guide id="4" pos="8249">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urved Image and Text">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36" name="Picture Placeholder">
            <a:extLst>
              <a:ext uri="{FF2B5EF4-FFF2-40B4-BE49-F238E27FC236}">
                <a16:creationId xmlns:a16="http://schemas.microsoft.com/office/drawing/2014/main" id="{A6E159CA-E8E3-48ED-A99B-AE3999CE8083}"/>
              </a:ext>
            </a:extLst>
          </p:cNvPr>
          <p:cNvSpPr>
            <a:spLocks noGrp="1"/>
          </p:cNvSpPr>
          <p:nvPr>
            <p:ph type="pic" sz="quarter" idx="13"/>
          </p:nvPr>
        </p:nvSpPr>
        <p:spPr>
          <a:xfrm>
            <a:off x="0" y="0"/>
            <a:ext cx="5917875" cy="6541167"/>
          </a:xfrm>
          <a:custGeom>
            <a:avLst/>
            <a:gdLst>
              <a:gd name="connsiteX0" fmla="*/ 0 w 6523532"/>
              <a:gd name="connsiteY0" fmla="*/ 0 h 7210425"/>
              <a:gd name="connsiteX1" fmla="*/ 6523532 w 6523532"/>
              <a:gd name="connsiteY1" fmla="*/ 0 h 7210425"/>
              <a:gd name="connsiteX2" fmla="*/ 6481531 w 6523532"/>
              <a:gd name="connsiteY2" fmla="*/ 96234 h 7210425"/>
              <a:gd name="connsiteX3" fmla="*/ 5798308 w 6523532"/>
              <a:gd name="connsiteY3" fmla="*/ 3410001 h 7210425"/>
              <a:gd name="connsiteX4" fmla="*/ 6340099 w 6523532"/>
              <a:gd name="connsiteY4" fmla="*/ 6741302 h 7210425"/>
              <a:gd name="connsiteX5" fmla="*/ 6522587 w 6523532"/>
              <a:gd name="connsiteY5" fmla="*/ 7210425 h 7210425"/>
              <a:gd name="connsiteX6" fmla="*/ 0 w 6523532"/>
              <a:gd name="connsiteY6" fmla="*/ 7210425 h 721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23532" h="7210425">
                <a:moveTo>
                  <a:pt x="0" y="0"/>
                </a:moveTo>
                <a:lnTo>
                  <a:pt x="6523532" y="0"/>
                </a:lnTo>
                <a:lnTo>
                  <a:pt x="6481531" y="96234"/>
                </a:lnTo>
                <a:cubicBezTo>
                  <a:pt x="6061127" y="1140123"/>
                  <a:pt x="5822934" y="2252989"/>
                  <a:pt x="5798308" y="3410001"/>
                </a:cubicBezTo>
                <a:cubicBezTo>
                  <a:pt x="5773682" y="4567012"/>
                  <a:pt x="5964372" y="5686017"/>
                  <a:pt x="6340099" y="6741302"/>
                </a:cubicBezTo>
                <a:lnTo>
                  <a:pt x="6522587" y="7210425"/>
                </a:lnTo>
                <a:lnTo>
                  <a:pt x="0" y="7210425"/>
                </a:lnTo>
                <a:close/>
              </a:path>
            </a:pathLst>
          </a:custGeom>
          <a:noFill/>
        </p:spPr>
        <p:txBody>
          <a:bodyPr wrap="square">
            <a:noAutofit/>
          </a:bodyPr>
          <a:lstStyle>
            <a:lvl1pPr marL="0" indent="0">
              <a:buNone/>
              <a:defRPr/>
            </a:lvl1pPr>
          </a:lstStyle>
          <a:p>
            <a:r>
              <a:rPr lang="en-US"/>
              <a:t>Click icon to add picture</a:t>
            </a:r>
            <a:endParaRPr lang="en-GB"/>
          </a:p>
        </p:txBody>
      </p:sp>
      <p:sp>
        <p:nvSpPr>
          <p:cNvPr id="32" name="SHAPE_White">
            <a:extLst>
              <a:ext uri="{FF2B5EF4-FFF2-40B4-BE49-F238E27FC236}">
                <a16:creationId xmlns:a16="http://schemas.microsoft.com/office/drawing/2014/main" id="{55BAE0C8-BE0C-4483-8B26-29FBAC6C5612}"/>
              </a:ext>
            </a:extLst>
          </p:cNvPr>
          <p:cNvSpPr>
            <a:spLocks noChangeAspect="1"/>
          </p:cNvSpPr>
          <p:nvPr userDrawn="1"/>
        </p:nvSpPr>
        <p:spPr>
          <a:xfrm>
            <a:off x="5242825" y="0"/>
            <a:ext cx="6949175" cy="6541507"/>
          </a:xfrm>
          <a:custGeom>
            <a:avLst/>
            <a:gdLst>
              <a:gd name="connsiteX0" fmla="*/ 727506 w 7660380"/>
              <a:gd name="connsiteY0" fmla="*/ 0 h 7210800"/>
              <a:gd name="connsiteX1" fmla="*/ 5307664 w 7660380"/>
              <a:gd name="connsiteY1" fmla="*/ 0 h 7210800"/>
              <a:gd name="connsiteX2" fmla="*/ 7445376 w 7660380"/>
              <a:gd name="connsiteY2" fmla="*/ 0 h 7210800"/>
              <a:gd name="connsiteX3" fmla="*/ 7660380 w 7660380"/>
              <a:gd name="connsiteY3" fmla="*/ 0 h 7210800"/>
              <a:gd name="connsiteX4" fmla="*/ 7660380 w 7660380"/>
              <a:gd name="connsiteY4" fmla="*/ 7210425 h 7210800"/>
              <a:gd name="connsiteX5" fmla="*/ 7445376 w 7660380"/>
              <a:gd name="connsiteY5" fmla="*/ 7210425 h 7210800"/>
              <a:gd name="connsiteX6" fmla="*/ 7445376 w 7660380"/>
              <a:gd name="connsiteY6" fmla="*/ 7210800 h 7210800"/>
              <a:gd name="connsiteX7" fmla="*/ 726398 w 7660380"/>
              <a:gd name="connsiteY7" fmla="*/ 7210800 h 7210800"/>
              <a:gd name="connsiteX8" fmla="*/ 543909 w 7660380"/>
              <a:gd name="connsiteY8" fmla="*/ 6741677 h 7210800"/>
              <a:gd name="connsiteX9" fmla="*/ 2119 w 7660380"/>
              <a:gd name="connsiteY9" fmla="*/ 3410376 h 7210800"/>
              <a:gd name="connsiteX10" fmla="*/ 685342 w 7660380"/>
              <a:gd name="connsiteY10" fmla="*/ 96609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0380" h="7210800">
                <a:moveTo>
                  <a:pt x="727506" y="0"/>
                </a:moveTo>
                <a:lnTo>
                  <a:pt x="5307664" y="0"/>
                </a:lnTo>
                <a:lnTo>
                  <a:pt x="7445376" y="0"/>
                </a:lnTo>
                <a:lnTo>
                  <a:pt x="7660380" y="0"/>
                </a:lnTo>
                <a:lnTo>
                  <a:pt x="7660380" y="7210425"/>
                </a:lnTo>
                <a:lnTo>
                  <a:pt x="7445376" y="7210425"/>
                </a:lnTo>
                <a:lnTo>
                  <a:pt x="7445376" y="7210800"/>
                </a:lnTo>
                <a:lnTo>
                  <a:pt x="726398" y="7210800"/>
                </a:lnTo>
                <a:lnTo>
                  <a:pt x="543909" y="6741677"/>
                </a:lnTo>
                <a:cubicBezTo>
                  <a:pt x="168183" y="5686392"/>
                  <a:pt x="-22507" y="4567387"/>
                  <a:pt x="2119" y="3410376"/>
                </a:cubicBezTo>
                <a:cubicBezTo>
                  <a:pt x="26745" y="2253364"/>
                  <a:pt x="264938" y="1140498"/>
                  <a:pt x="685342" y="9660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52" err="1">
              <a:solidFill>
                <a:schemeClr val="tx1"/>
              </a:solidFill>
            </a:endParaRPr>
          </a:p>
        </p:txBody>
      </p:sp>
    </p:spTree>
    <p:extLst>
      <p:ext uri="{BB962C8B-B14F-4D97-AF65-F5344CB8AC3E}">
        <p14:creationId xmlns:p14="http://schemas.microsoft.com/office/powerpoint/2010/main" val="1765157169"/>
      </p:ext>
    </p:extLst>
  </p:cSld>
  <p:clrMapOvr>
    <a:masterClrMapping/>
  </p:clrMapOvr>
  <p:extLst>
    <p:ext uri="{DCECCB84-F9BA-43D5-87BE-67443E8EF086}">
      <p15:sldGuideLst xmlns:p15="http://schemas.microsoft.com/office/powerpoint/2012/main">
        <p15:guide id="1" pos="4370">
          <p15:clr>
            <a:srgbClr val="A4A3A4"/>
          </p15:clr>
        </p15:guide>
        <p15:guide id="2" orient="horz" pos="4328">
          <p15:clr>
            <a:srgbClr val="A4A3A4"/>
          </p15:clr>
        </p15:guide>
        <p15:guide id="3" pos="8249">
          <p15:clr>
            <a:srgbClr val="A4A3A4"/>
          </p15:clr>
        </p15:guide>
        <p15:guide id="4" orient="horz" pos="219">
          <p15:clr>
            <a:srgbClr val="A4A3A4"/>
          </p15:clr>
        </p15:guide>
        <p15:guide id="5" pos="219">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ext and Curved Image">
    <p:bg>
      <p:bgPr>
        <a:solidFill>
          <a:srgbClr val="C3CDDC"/>
        </a:solidFill>
        <a:effectLst/>
      </p:bgPr>
    </p:bg>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
        <p:nvSpPr>
          <p:cNvPr id="12" name="Picture Placeholder">
            <a:extLst>
              <a:ext uri="{FF2B5EF4-FFF2-40B4-BE49-F238E27FC236}">
                <a16:creationId xmlns:a16="http://schemas.microsoft.com/office/drawing/2014/main" id="{95D62BDC-9681-4DA9-A520-7F1E656D6CA4}"/>
              </a:ext>
            </a:extLst>
          </p:cNvPr>
          <p:cNvSpPr>
            <a:spLocks noGrp="1"/>
          </p:cNvSpPr>
          <p:nvPr>
            <p:ph type="pic" sz="quarter" idx="13"/>
          </p:nvPr>
        </p:nvSpPr>
        <p:spPr>
          <a:xfrm>
            <a:off x="6274427" y="0"/>
            <a:ext cx="5917573" cy="6541507"/>
          </a:xfrm>
          <a:custGeom>
            <a:avLst/>
            <a:gdLst>
              <a:gd name="connsiteX0" fmla="*/ 0 w 6523200"/>
              <a:gd name="connsiteY0" fmla="*/ 0 h 7210800"/>
              <a:gd name="connsiteX1" fmla="*/ 6523200 w 6523200"/>
              <a:gd name="connsiteY1" fmla="*/ 0 h 7210800"/>
              <a:gd name="connsiteX2" fmla="*/ 6523200 w 6523200"/>
              <a:gd name="connsiteY2" fmla="*/ 7210800 h 7210800"/>
              <a:gd name="connsiteX3" fmla="*/ 1109 w 6523200"/>
              <a:gd name="connsiteY3" fmla="*/ 7210800 h 7210800"/>
              <a:gd name="connsiteX4" fmla="*/ 183597 w 6523200"/>
              <a:gd name="connsiteY4" fmla="*/ 6741677 h 7210800"/>
              <a:gd name="connsiteX5" fmla="*/ 725387 w 6523200"/>
              <a:gd name="connsiteY5" fmla="*/ 3410376 h 7210800"/>
              <a:gd name="connsiteX6" fmla="*/ 42164 w 6523200"/>
              <a:gd name="connsiteY6" fmla="*/ 96609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523200" h="7210800">
                <a:moveTo>
                  <a:pt x="0" y="0"/>
                </a:moveTo>
                <a:lnTo>
                  <a:pt x="6523200" y="0"/>
                </a:lnTo>
                <a:lnTo>
                  <a:pt x="6523200" y="7210800"/>
                </a:lnTo>
                <a:lnTo>
                  <a:pt x="1109" y="7210800"/>
                </a:lnTo>
                <a:lnTo>
                  <a:pt x="183597" y="6741677"/>
                </a:lnTo>
                <a:cubicBezTo>
                  <a:pt x="559323" y="5686392"/>
                  <a:pt x="750013" y="4567387"/>
                  <a:pt x="725387" y="3410376"/>
                </a:cubicBezTo>
                <a:cubicBezTo>
                  <a:pt x="700761" y="2253364"/>
                  <a:pt x="462568" y="1140498"/>
                  <a:pt x="42164" y="96609"/>
                </a:cubicBezTo>
                <a:close/>
              </a:path>
            </a:pathLst>
          </a:custGeom>
          <a:noFill/>
        </p:spPr>
        <p:txBody>
          <a:bodyPr wrap="square">
            <a:noAutofit/>
          </a:bodyPr>
          <a:lstStyle>
            <a:lvl1pPr marL="0" indent="0">
              <a:buNone/>
              <a:defRPr/>
            </a:lvl1pPr>
          </a:lstStyle>
          <a:p>
            <a:r>
              <a:rPr lang="en-US"/>
              <a:t>Click icon to add picture</a:t>
            </a:r>
            <a:endParaRPr lang="en-GB"/>
          </a:p>
        </p:txBody>
      </p:sp>
      <p:sp>
        <p:nvSpPr>
          <p:cNvPr id="7" name="SHAPE_White">
            <a:extLst>
              <a:ext uri="{FF2B5EF4-FFF2-40B4-BE49-F238E27FC236}">
                <a16:creationId xmlns:a16="http://schemas.microsoft.com/office/drawing/2014/main" id="{D3446D32-0D6C-44E8-B7B3-5393303C94BF}"/>
              </a:ext>
            </a:extLst>
          </p:cNvPr>
          <p:cNvSpPr>
            <a:spLocks noChangeAspect="1"/>
          </p:cNvSpPr>
          <p:nvPr userDrawn="1"/>
        </p:nvSpPr>
        <p:spPr>
          <a:xfrm flipH="1">
            <a:off x="0" y="0"/>
            <a:ext cx="6949175" cy="6541507"/>
          </a:xfrm>
          <a:custGeom>
            <a:avLst/>
            <a:gdLst>
              <a:gd name="connsiteX0" fmla="*/ 727506 w 7660380"/>
              <a:gd name="connsiteY0" fmla="*/ 0 h 7210800"/>
              <a:gd name="connsiteX1" fmla="*/ 5307664 w 7660380"/>
              <a:gd name="connsiteY1" fmla="*/ 0 h 7210800"/>
              <a:gd name="connsiteX2" fmla="*/ 7445376 w 7660380"/>
              <a:gd name="connsiteY2" fmla="*/ 0 h 7210800"/>
              <a:gd name="connsiteX3" fmla="*/ 7660380 w 7660380"/>
              <a:gd name="connsiteY3" fmla="*/ 0 h 7210800"/>
              <a:gd name="connsiteX4" fmla="*/ 7660380 w 7660380"/>
              <a:gd name="connsiteY4" fmla="*/ 7210425 h 7210800"/>
              <a:gd name="connsiteX5" fmla="*/ 7445376 w 7660380"/>
              <a:gd name="connsiteY5" fmla="*/ 7210425 h 7210800"/>
              <a:gd name="connsiteX6" fmla="*/ 7445376 w 7660380"/>
              <a:gd name="connsiteY6" fmla="*/ 7210800 h 7210800"/>
              <a:gd name="connsiteX7" fmla="*/ 726398 w 7660380"/>
              <a:gd name="connsiteY7" fmla="*/ 7210800 h 7210800"/>
              <a:gd name="connsiteX8" fmla="*/ 543909 w 7660380"/>
              <a:gd name="connsiteY8" fmla="*/ 6741677 h 7210800"/>
              <a:gd name="connsiteX9" fmla="*/ 2119 w 7660380"/>
              <a:gd name="connsiteY9" fmla="*/ 3410376 h 7210800"/>
              <a:gd name="connsiteX10" fmla="*/ 685342 w 7660380"/>
              <a:gd name="connsiteY10" fmla="*/ 96609 h 7210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660380" h="7210800">
                <a:moveTo>
                  <a:pt x="727506" y="0"/>
                </a:moveTo>
                <a:lnTo>
                  <a:pt x="5307664" y="0"/>
                </a:lnTo>
                <a:lnTo>
                  <a:pt x="7445376" y="0"/>
                </a:lnTo>
                <a:lnTo>
                  <a:pt x="7660380" y="0"/>
                </a:lnTo>
                <a:lnTo>
                  <a:pt x="7660380" y="7210425"/>
                </a:lnTo>
                <a:lnTo>
                  <a:pt x="7445376" y="7210425"/>
                </a:lnTo>
                <a:lnTo>
                  <a:pt x="7445376" y="7210800"/>
                </a:lnTo>
                <a:lnTo>
                  <a:pt x="726398" y="7210800"/>
                </a:lnTo>
                <a:lnTo>
                  <a:pt x="543909" y="6741677"/>
                </a:lnTo>
                <a:cubicBezTo>
                  <a:pt x="168183" y="5686392"/>
                  <a:pt x="-22507" y="4567387"/>
                  <a:pt x="2119" y="3410376"/>
                </a:cubicBezTo>
                <a:cubicBezTo>
                  <a:pt x="26745" y="2253364"/>
                  <a:pt x="264938" y="1140498"/>
                  <a:pt x="685342" y="96609"/>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GB" sz="1452" err="1">
              <a:solidFill>
                <a:schemeClr val="tx1"/>
              </a:solidFill>
            </a:endParaRPr>
          </a:p>
        </p:txBody>
      </p:sp>
    </p:spTree>
    <p:extLst>
      <p:ext uri="{BB962C8B-B14F-4D97-AF65-F5344CB8AC3E}">
        <p14:creationId xmlns:p14="http://schemas.microsoft.com/office/powerpoint/2010/main" val="893227216"/>
      </p:ext>
    </p:extLst>
  </p:cSld>
  <p:clrMapOvr>
    <a:masterClrMapping/>
  </p:clrMapOvr>
  <p:extLst>
    <p:ext uri="{DCECCB84-F9BA-43D5-87BE-67443E8EF086}">
      <p15:sldGuideLst xmlns:p15="http://schemas.microsoft.com/office/powerpoint/2012/main">
        <p15:guide id="1" pos="4098">
          <p15:clr>
            <a:srgbClr val="A4A3A4"/>
          </p15:clr>
        </p15:guide>
        <p15:guide id="2" orient="horz" pos="219">
          <p15:clr>
            <a:srgbClr val="A4A3A4"/>
          </p15:clr>
        </p15:guide>
        <p15:guide id="3" orient="horz" pos="4328">
          <p15:clr>
            <a:srgbClr val="A4A3A4"/>
          </p15:clr>
        </p15:guide>
        <p15:guide id="4" pos="219">
          <p15:clr>
            <a:srgbClr val="A4A3A4"/>
          </p15:clr>
        </p15:guide>
        <p15:guide id="5" pos="8249">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Slide Number Placeholder">
            <a:extLst>
              <a:ext uri="{FF2B5EF4-FFF2-40B4-BE49-F238E27FC236}">
                <a16:creationId xmlns:a16="http://schemas.microsoft.com/office/drawing/2014/main" id="{490EB294-AD22-4D78-B644-EC20155AB315}"/>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4" name="Footer Placeholder">
            <a:extLst>
              <a:ext uri="{FF2B5EF4-FFF2-40B4-BE49-F238E27FC236}">
                <a16:creationId xmlns:a16="http://schemas.microsoft.com/office/drawing/2014/main" id="{2C7C73DA-3090-48E0-98C0-84AC09D1CFB5}"/>
              </a:ext>
            </a:extLst>
          </p:cNvPr>
          <p:cNvSpPr>
            <a:spLocks noGrp="1"/>
          </p:cNvSpPr>
          <p:nvPr>
            <p:ph type="ftr" sz="quarter" idx="11"/>
          </p:nvPr>
        </p:nvSpPr>
        <p:spPr/>
        <p:txBody>
          <a:bodyPr/>
          <a:lstStyle/>
          <a:p>
            <a:endParaRPr lang="en-GB"/>
          </a:p>
        </p:txBody>
      </p:sp>
      <p:sp>
        <p:nvSpPr>
          <p:cNvPr id="7" name="Subtitle">
            <a:extLst>
              <a:ext uri="{FF2B5EF4-FFF2-40B4-BE49-F238E27FC236}">
                <a16:creationId xmlns:a16="http://schemas.microsoft.com/office/drawing/2014/main" id="{6D177E88-A8BB-475C-970C-E7992C2B4662}"/>
              </a:ext>
            </a:extLst>
          </p:cNvPr>
          <p:cNvSpPr>
            <a:spLocks noGrp="1"/>
          </p:cNvSpPr>
          <p:nvPr>
            <p:ph type="body" sz="quarter" idx="13" hasCustomPrompt="1"/>
          </p:nvPr>
        </p:nvSpPr>
        <p:spPr>
          <a:xfrm>
            <a:off x="316825" y="874172"/>
            <a:ext cx="11560822" cy="326585"/>
          </a:xfrm>
          <a:noFill/>
        </p:spPr>
        <p:txBody>
          <a:bodyPr/>
          <a:lstStyle>
            <a:lvl1pPr marL="0" indent="0">
              <a:lnSpc>
                <a:spcPct val="90000"/>
              </a:lnSpc>
              <a:spcBef>
                <a:spcPts val="0"/>
              </a:spcBef>
              <a:buNone/>
              <a:defRPr sz="2177">
                <a:solidFill>
                  <a:srgbClr val="28465F"/>
                </a:solidFill>
              </a:defRPr>
            </a:lvl1pPr>
            <a:lvl2pPr marL="0" indent="0">
              <a:spcBef>
                <a:spcPts val="0"/>
              </a:spcBef>
              <a:buNone/>
              <a:defRPr/>
            </a:lvl2pPr>
            <a:lvl3pPr marL="0" indent="0">
              <a:spcBef>
                <a:spcPts val="0"/>
              </a:spcBef>
              <a:buNone/>
              <a:defRPr/>
            </a:lvl3pPr>
            <a:lvl4pPr marL="0" indent="0">
              <a:spcBef>
                <a:spcPts val="0"/>
              </a:spcBef>
              <a:buNone/>
              <a:defRPr/>
            </a:lvl4pPr>
            <a:lvl5pPr marL="0" indent="0">
              <a:spcBef>
                <a:spcPts val="0"/>
              </a:spcBef>
              <a:buNone/>
              <a:defRPr/>
            </a:lvl5pPr>
            <a:lvl6pPr marL="0" indent="0">
              <a:spcBef>
                <a:spcPts val="0"/>
              </a:spcBef>
              <a:buNone/>
              <a:defRPr/>
            </a:lvl6pPr>
            <a:lvl7pPr marL="0" indent="0">
              <a:spcBef>
                <a:spcPts val="0"/>
              </a:spcBef>
              <a:buNone/>
              <a:defRPr/>
            </a:lvl7pPr>
            <a:lvl8pPr marL="0" indent="0">
              <a:spcBef>
                <a:spcPts val="0"/>
              </a:spcBef>
              <a:buNone/>
              <a:defRPr/>
            </a:lvl8pPr>
            <a:lvl9pPr marL="0" indent="0">
              <a:spcBef>
                <a:spcPts val="0"/>
              </a:spcBef>
              <a:buNone/>
              <a:defRPr/>
            </a:lvl9pPr>
          </a:lstStyle>
          <a:p>
            <a:pPr lvl="0"/>
            <a:r>
              <a:rPr lang="en-US"/>
              <a:t>Add subtitle</a:t>
            </a:r>
          </a:p>
        </p:txBody>
      </p:sp>
      <p:sp>
        <p:nvSpPr>
          <p:cNvPr id="6" name="Title">
            <a:extLst>
              <a:ext uri="{FF2B5EF4-FFF2-40B4-BE49-F238E27FC236}">
                <a16:creationId xmlns:a16="http://schemas.microsoft.com/office/drawing/2014/main" id="{0EB99D44-97D9-4040-A707-CB93B1E0934E}"/>
              </a:ext>
            </a:extLst>
          </p:cNvPr>
          <p:cNvSpPr>
            <a:spLocks noGrp="1"/>
          </p:cNvSpPr>
          <p:nvPr>
            <p:ph type="title" hasCustomPrompt="1"/>
          </p:nvPr>
        </p:nvSpPr>
        <p:spPr/>
        <p:txBody>
          <a:bodyPr/>
          <a:lstStyle>
            <a:lvl1pPr>
              <a:defRPr/>
            </a:lvl1pPr>
          </a:lstStyle>
          <a:p>
            <a:r>
              <a:rPr lang="en-US"/>
              <a:t>Add title</a:t>
            </a:r>
            <a:endParaRPr lang="en-GB"/>
          </a:p>
        </p:txBody>
      </p:sp>
    </p:spTree>
    <p:extLst>
      <p:ext uri="{BB962C8B-B14F-4D97-AF65-F5344CB8AC3E}">
        <p14:creationId xmlns:p14="http://schemas.microsoft.com/office/powerpoint/2010/main" val="1468586115"/>
      </p:ext>
    </p:extLst>
  </p:cSld>
  <p:clrMapOvr>
    <a:masterClrMapping/>
  </p:clrMapOvr>
  <p:extLst>
    <p:ext uri="{DCECCB84-F9BA-43D5-87BE-67443E8EF086}">
      <p15:sldGuideLst xmlns:p15="http://schemas.microsoft.com/office/powerpoint/2012/main">
        <p15:guide id="1" pos="219">
          <p15:clr>
            <a:srgbClr val="A4A3A4"/>
          </p15:clr>
        </p15:guide>
        <p15:guide id="2" pos="8249">
          <p15:clr>
            <a:srgbClr val="A4A3A4"/>
          </p15:clr>
        </p15:guide>
        <p15:guide id="3" orient="horz" pos="4328">
          <p15:clr>
            <a:srgbClr val="A4A3A4"/>
          </p15:clr>
        </p15:guide>
        <p15:guide id="4" orient="horz" pos="945">
          <p15:clr>
            <a:srgbClr val="A4A3A4"/>
          </p15:clr>
        </p15:guide>
        <p15:guide id="5" orient="horz" pos="834">
          <p15:clr>
            <a:srgbClr val="A4A3A4"/>
          </p15:clr>
        </p15:guide>
        <p15:guide id="6" orient="horz" pos="606">
          <p15:clr>
            <a:srgbClr val="A4A3A4"/>
          </p15:clr>
        </p15:guide>
        <p15:guide id="7" orient="horz" pos="561">
          <p15:clr>
            <a:srgbClr val="A4A3A4"/>
          </p15:clr>
        </p15:guide>
        <p15:guide id="8" orient="horz" pos="219">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27C45F2-6A9A-4310-A80E-C938AE6BBD14}"/>
              </a:ext>
            </a:extLst>
          </p:cNvPr>
          <p:cNvSpPr>
            <a:spLocks noGrp="1"/>
          </p:cNvSpPr>
          <p:nvPr>
            <p:ph type="sldNum" sz="quarter" idx="12"/>
          </p:nvPr>
        </p:nvSpPr>
        <p:spPr/>
        <p:txBody>
          <a:bodyPr/>
          <a:lstStyle/>
          <a:p>
            <a:fld id="{C30A1311-C316-4992-B31B-E2EB28E45515}" type="slidenum">
              <a:rPr lang="en-GB" smtClean="0"/>
              <a:t>‹#›</a:t>
            </a:fld>
            <a:endParaRPr lang="en-GB"/>
          </a:p>
        </p:txBody>
      </p:sp>
      <p:sp>
        <p:nvSpPr>
          <p:cNvPr id="3" name="Footer Placeholder">
            <a:extLst>
              <a:ext uri="{FF2B5EF4-FFF2-40B4-BE49-F238E27FC236}">
                <a16:creationId xmlns:a16="http://schemas.microsoft.com/office/drawing/2014/main" id="{C29E2219-1810-45E1-8131-A01514D146F7}"/>
              </a:ext>
            </a:extLst>
          </p:cNvPr>
          <p:cNvSpPr>
            <a:spLocks noGrp="1"/>
          </p:cNvSpPr>
          <p:nvPr>
            <p:ph type="ftr" sz="quarter" idx="11"/>
          </p:nvPr>
        </p:nvSpPr>
        <p:spPr/>
        <p:txBody>
          <a:bodyPr/>
          <a:lstStyle/>
          <a:p>
            <a:endParaRPr lang="en-GB"/>
          </a:p>
        </p:txBody>
      </p:sp>
    </p:spTree>
    <p:extLst>
      <p:ext uri="{BB962C8B-B14F-4D97-AF65-F5344CB8AC3E}">
        <p14:creationId xmlns:p14="http://schemas.microsoft.com/office/powerpoint/2010/main" val="1871899062"/>
      </p:ext>
    </p:extLst>
  </p:cSld>
  <p:clrMapOvr>
    <a:masterClrMapping/>
  </p:clrMapOvr>
  <p:extLst>
    <p:ext uri="{DCECCB84-F9BA-43D5-87BE-67443E8EF086}">
      <p15:sldGuideLst xmlns:p15="http://schemas.microsoft.com/office/powerpoint/2012/main">
        <p15:guide id="1" pos="8249">
          <p15:clr>
            <a:srgbClr val="A4A3A4"/>
          </p15:clr>
        </p15:guide>
        <p15:guide id="2" orient="horz" pos="4328">
          <p15:clr>
            <a:srgbClr val="A4A3A4"/>
          </p15:clr>
        </p15:guide>
        <p15:guide id="3" pos="219">
          <p15:clr>
            <a:srgbClr val="A4A3A4"/>
          </p15:clr>
        </p15:guide>
        <p15:guide id="4" orient="horz" pos="219">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Back Slide">
    <p:spTree>
      <p:nvGrpSpPr>
        <p:cNvPr id="1" name=""/>
        <p:cNvGrpSpPr/>
        <p:nvPr/>
      </p:nvGrpSpPr>
      <p:grpSpPr>
        <a:xfrm>
          <a:off x="0" y="0"/>
          <a:ext cx="0" cy="0"/>
          <a:chOff x="0" y="0"/>
          <a:chExt cx="0" cy="0"/>
        </a:xfrm>
      </p:grpSpPr>
      <p:pic>
        <p:nvPicPr>
          <p:cNvPr id="28" name="Logo">
            <a:extLst>
              <a:ext uri="{FF2B5EF4-FFF2-40B4-BE49-F238E27FC236}">
                <a16:creationId xmlns:a16="http://schemas.microsoft.com/office/drawing/2014/main" id="{03C0276D-8780-45CE-93E4-5B8FA6D0B452}"/>
              </a:ext>
            </a:extLst>
          </p:cNvPr>
          <p:cNvPicPr>
            <a:picLocks noChangeAspect="1"/>
          </p:cNvPicPr>
          <p:nvPr userDrawn="1"/>
        </p:nvPicPr>
        <p:blipFill>
          <a:blip r:embed="rId2"/>
          <a:stretch>
            <a:fillRect/>
          </a:stretch>
        </p:blipFill>
        <p:spPr>
          <a:xfrm>
            <a:off x="10414901" y="404525"/>
            <a:ext cx="1391541" cy="1552690"/>
          </a:xfrm>
          <a:prstGeom prst="rect">
            <a:avLst/>
          </a:prstGeom>
        </p:spPr>
      </p:pic>
      <p:sp>
        <p:nvSpPr>
          <p:cNvPr id="29" name="Text Placeholder">
            <a:extLst>
              <a:ext uri="{FF2B5EF4-FFF2-40B4-BE49-F238E27FC236}">
                <a16:creationId xmlns:a16="http://schemas.microsoft.com/office/drawing/2014/main" id="{400A29FC-2218-4A5A-822C-A1A8B95E737A}"/>
              </a:ext>
            </a:extLst>
          </p:cNvPr>
          <p:cNvSpPr>
            <a:spLocks noGrp="1"/>
          </p:cNvSpPr>
          <p:nvPr>
            <p:ph type="body" sz="quarter" idx="10" hasCustomPrompt="1"/>
          </p:nvPr>
        </p:nvSpPr>
        <p:spPr>
          <a:xfrm>
            <a:off x="315589" y="2458849"/>
            <a:ext cx="11560822" cy="4082318"/>
          </a:xfrm>
        </p:spPr>
        <p:txBody>
          <a:bodyPr anchor="b" anchorCtr="0"/>
          <a:lstStyle>
            <a:lvl1pPr marL="0" indent="0" algn="just">
              <a:spcBef>
                <a:spcPts val="544"/>
              </a:spcBef>
              <a:buNone/>
              <a:defRPr sz="1089"/>
            </a:lvl1pPr>
            <a:lvl2pPr marL="0" indent="0">
              <a:spcBef>
                <a:spcPts val="544"/>
              </a:spcBef>
              <a:buNone/>
              <a:defRPr/>
            </a:lvl2pPr>
            <a:lvl3pPr marL="0" indent="0">
              <a:spcBef>
                <a:spcPts val="544"/>
              </a:spcBef>
              <a:buNone/>
              <a:defRPr/>
            </a:lvl3pPr>
            <a:lvl4pPr marL="0" indent="0">
              <a:spcBef>
                <a:spcPts val="544"/>
              </a:spcBef>
              <a:buNone/>
              <a:defRPr/>
            </a:lvl4pPr>
            <a:lvl5pPr marL="0" indent="0">
              <a:spcBef>
                <a:spcPts val="544"/>
              </a:spcBef>
              <a:buNone/>
              <a:defRPr/>
            </a:lvl5pPr>
            <a:lvl6pPr marL="0" indent="0">
              <a:spcBef>
                <a:spcPts val="544"/>
              </a:spcBef>
              <a:buNone/>
              <a:defRPr/>
            </a:lvl6pPr>
            <a:lvl7pPr marL="0" indent="0">
              <a:spcBef>
                <a:spcPts val="544"/>
              </a:spcBef>
              <a:buNone/>
              <a:defRPr/>
            </a:lvl7pPr>
            <a:lvl8pPr marL="0" indent="0">
              <a:spcBef>
                <a:spcPts val="544"/>
              </a:spcBef>
              <a:buNone/>
              <a:defRPr/>
            </a:lvl8pPr>
            <a:lvl9pPr marL="0" indent="0">
              <a:spcBef>
                <a:spcPts val="544"/>
              </a:spcBef>
              <a:buNone/>
              <a:defRPr/>
            </a:lvl9pPr>
          </a:lstStyle>
          <a:p>
            <a:pPr lvl="0"/>
            <a:r>
              <a:rPr lang="en-US"/>
              <a:t>Add disclaimer text</a:t>
            </a:r>
          </a:p>
        </p:txBody>
      </p:sp>
    </p:spTree>
    <p:extLst>
      <p:ext uri="{BB962C8B-B14F-4D97-AF65-F5344CB8AC3E}">
        <p14:creationId xmlns:p14="http://schemas.microsoft.com/office/powerpoint/2010/main" val="612216568"/>
      </p:ext>
    </p:extLst>
  </p:cSld>
  <p:clrMapOvr>
    <a:masterClrMapping/>
  </p:clrMapOvr>
  <p:extLst>
    <p:ext uri="{DCECCB84-F9BA-43D5-87BE-67443E8EF086}">
      <p15:sldGuideLst xmlns:p15="http://schemas.microsoft.com/office/powerpoint/2012/main">
        <p15:guide id="1" pos="8249">
          <p15:clr>
            <a:srgbClr val="A4A3A4"/>
          </p15:clr>
        </p15:guide>
        <p15:guide id="2" orient="horz" pos="4542">
          <p15:clr>
            <a:srgbClr val="A4A3A4"/>
          </p15:clr>
        </p15:guide>
        <p15:guide id="3" pos="219">
          <p15:clr>
            <a:srgbClr val="A4A3A4"/>
          </p15:clr>
        </p15:guide>
        <p15:guide id="4" orient="horz" pos="219">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3153686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Coloured Bar">
            <a:extLst>
              <a:ext uri="{FF2B5EF4-FFF2-40B4-BE49-F238E27FC236}">
                <a16:creationId xmlns:a16="http://schemas.microsoft.com/office/drawing/2014/main" id="{61EE533C-17C4-44EC-BF60-85BB2785637A}"/>
              </a:ext>
            </a:extLst>
          </p:cNvPr>
          <p:cNvSpPr/>
          <p:nvPr userDrawn="1"/>
        </p:nvSpPr>
        <p:spPr>
          <a:xfrm>
            <a:off x="1" y="6541212"/>
            <a:ext cx="12192000" cy="316788"/>
          </a:xfrm>
          <a:prstGeom prst="rect">
            <a:avLst/>
          </a:prstGeom>
          <a:solidFill>
            <a:srgbClr val="F3F5F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633" noProof="0"/>
          </a:p>
        </p:txBody>
      </p:sp>
      <p:grpSp>
        <p:nvGrpSpPr>
          <p:cNvPr id="228" name="Guide Lines" hidden="1">
            <a:extLst>
              <a:ext uri="{FF2B5EF4-FFF2-40B4-BE49-F238E27FC236}">
                <a16:creationId xmlns:a16="http://schemas.microsoft.com/office/drawing/2014/main" id="{A35D5A55-437D-474B-A124-E90A7F89F5EF}"/>
              </a:ext>
            </a:extLst>
          </p:cNvPr>
          <p:cNvGrpSpPr/>
          <p:nvPr userDrawn="1"/>
        </p:nvGrpSpPr>
        <p:grpSpPr>
          <a:xfrm>
            <a:off x="884" y="-295"/>
            <a:ext cx="12191116" cy="6864776"/>
            <a:chOff x="975" y="-325"/>
            <a:chExt cx="13438800" cy="7567144"/>
          </a:xfrm>
        </p:grpSpPr>
        <p:grpSp>
          <p:nvGrpSpPr>
            <p:cNvPr id="227" name="Horizontal Lines">
              <a:extLst>
                <a:ext uri="{FF2B5EF4-FFF2-40B4-BE49-F238E27FC236}">
                  <a16:creationId xmlns:a16="http://schemas.microsoft.com/office/drawing/2014/main" id="{98AAAAFA-480B-4B33-8FB3-C6C0E472973A}"/>
                </a:ext>
              </a:extLst>
            </p:cNvPr>
            <p:cNvGrpSpPr/>
            <p:nvPr userDrawn="1"/>
          </p:nvGrpSpPr>
          <p:grpSpPr>
            <a:xfrm>
              <a:off x="975" y="346819"/>
              <a:ext cx="13438800" cy="6863656"/>
              <a:chOff x="975" y="346819"/>
              <a:chExt cx="13438800" cy="6863656"/>
            </a:xfrm>
          </p:grpSpPr>
          <p:cxnSp>
            <p:nvCxnSpPr>
              <p:cNvPr id="149" name="H11">
                <a:extLst>
                  <a:ext uri="{FF2B5EF4-FFF2-40B4-BE49-F238E27FC236}">
                    <a16:creationId xmlns:a16="http://schemas.microsoft.com/office/drawing/2014/main" id="{9B20B6B5-4B03-419E-A93B-13858A43759A}"/>
                  </a:ext>
                </a:extLst>
              </p:cNvPr>
              <p:cNvCxnSpPr/>
              <p:nvPr userDrawn="1"/>
            </p:nvCxnSpPr>
            <p:spPr>
              <a:xfrm>
                <a:off x="975" y="7210475"/>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0" name="H10">
                <a:extLst>
                  <a:ext uri="{FF2B5EF4-FFF2-40B4-BE49-F238E27FC236}">
                    <a16:creationId xmlns:a16="http://schemas.microsoft.com/office/drawing/2014/main" id="{E94CAEB3-B228-49BF-AFE3-57DB9B990AAA}"/>
                  </a:ext>
                </a:extLst>
              </p:cNvPr>
              <p:cNvCxnSpPr/>
              <p:nvPr userDrawn="1"/>
            </p:nvCxnSpPr>
            <p:spPr>
              <a:xfrm>
                <a:off x="975" y="6870799"/>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1" name="H9">
                <a:extLst>
                  <a:ext uri="{FF2B5EF4-FFF2-40B4-BE49-F238E27FC236}">
                    <a16:creationId xmlns:a16="http://schemas.microsoft.com/office/drawing/2014/main" id="{9ADD7EFB-309D-48F0-80FA-EEBD004949E3}"/>
                  </a:ext>
                </a:extLst>
              </p:cNvPr>
              <p:cNvCxnSpPr/>
              <p:nvPr userDrawn="1"/>
            </p:nvCxnSpPr>
            <p:spPr>
              <a:xfrm>
                <a:off x="975" y="6722039"/>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2" name="H8">
                <a:extLst>
                  <a:ext uri="{FF2B5EF4-FFF2-40B4-BE49-F238E27FC236}">
                    <a16:creationId xmlns:a16="http://schemas.microsoft.com/office/drawing/2014/main" id="{92AC6CDC-8B89-4F4F-8BCA-C518603FE49D}"/>
                  </a:ext>
                </a:extLst>
              </p:cNvPr>
              <p:cNvCxnSpPr>
                <a:cxnSpLocks/>
              </p:cNvCxnSpPr>
              <p:nvPr userDrawn="1"/>
            </p:nvCxnSpPr>
            <p:spPr>
              <a:xfrm>
                <a:off x="975" y="4399204"/>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3" name="H7">
                <a:extLst>
                  <a:ext uri="{FF2B5EF4-FFF2-40B4-BE49-F238E27FC236}">
                    <a16:creationId xmlns:a16="http://schemas.microsoft.com/office/drawing/2014/main" id="{555ADD62-104A-4F35-B7E6-FE0107026A60}"/>
                  </a:ext>
                </a:extLst>
              </p:cNvPr>
              <p:cNvCxnSpPr>
                <a:cxnSpLocks/>
              </p:cNvCxnSpPr>
              <p:nvPr userDrawn="1"/>
            </p:nvCxnSpPr>
            <p:spPr>
              <a:xfrm>
                <a:off x="975" y="3970579"/>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4" name="H6">
                <a:extLst>
                  <a:ext uri="{FF2B5EF4-FFF2-40B4-BE49-F238E27FC236}">
                    <a16:creationId xmlns:a16="http://schemas.microsoft.com/office/drawing/2014/main" id="{46187B62-54A4-4119-BFF5-ECCFF9819119}"/>
                  </a:ext>
                </a:extLst>
              </p:cNvPr>
              <p:cNvCxnSpPr>
                <a:cxnSpLocks/>
              </p:cNvCxnSpPr>
              <p:nvPr userDrawn="1"/>
            </p:nvCxnSpPr>
            <p:spPr>
              <a:xfrm>
                <a:off x="975" y="3822941"/>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5" name="H5">
                <a:extLst>
                  <a:ext uri="{FF2B5EF4-FFF2-40B4-BE49-F238E27FC236}">
                    <a16:creationId xmlns:a16="http://schemas.microsoft.com/office/drawing/2014/main" id="{7EA5E8F1-603D-4C0A-BC14-9FE022491301}"/>
                  </a:ext>
                </a:extLst>
              </p:cNvPr>
              <p:cNvCxnSpPr>
                <a:cxnSpLocks/>
              </p:cNvCxnSpPr>
              <p:nvPr userDrawn="1"/>
            </p:nvCxnSpPr>
            <p:spPr>
              <a:xfrm>
                <a:off x="975" y="1501199"/>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6" name="H4">
                <a:extLst>
                  <a:ext uri="{FF2B5EF4-FFF2-40B4-BE49-F238E27FC236}">
                    <a16:creationId xmlns:a16="http://schemas.microsoft.com/office/drawing/2014/main" id="{FFA2EB70-9D4A-4CF3-A8B6-43D4EBE03AB5}"/>
                  </a:ext>
                </a:extLst>
              </p:cNvPr>
              <p:cNvCxnSpPr/>
              <p:nvPr userDrawn="1"/>
            </p:nvCxnSpPr>
            <p:spPr>
              <a:xfrm>
                <a:off x="975" y="1323581"/>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7" name="H3">
                <a:extLst>
                  <a:ext uri="{FF2B5EF4-FFF2-40B4-BE49-F238E27FC236}">
                    <a16:creationId xmlns:a16="http://schemas.microsoft.com/office/drawing/2014/main" id="{2D8419DF-618F-42B9-AFAF-EDAE35B6507B}"/>
                  </a:ext>
                </a:extLst>
              </p:cNvPr>
              <p:cNvCxnSpPr/>
              <p:nvPr userDrawn="1"/>
            </p:nvCxnSpPr>
            <p:spPr>
              <a:xfrm>
                <a:off x="975" y="961200"/>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8" name="H2">
                <a:extLst>
                  <a:ext uri="{FF2B5EF4-FFF2-40B4-BE49-F238E27FC236}">
                    <a16:creationId xmlns:a16="http://schemas.microsoft.com/office/drawing/2014/main" id="{62177AC6-C4D5-49A7-A3D2-A3F0AF02CA35}"/>
                  </a:ext>
                </a:extLst>
              </p:cNvPr>
              <p:cNvCxnSpPr/>
              <p:nvPr userDrawn="1"/>
            </p:nvCxnSpPr>
            <p:spPr>
              <a:xfrm>
                <a:off x="975" y="891581"/>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59" name="H1">
                <a:extLst>
                  <a:ext uri="{FF2B5EF4-FFF2-40B4-BE49-F238E27FC236}">
                    <a16:creationId xmlns:a16="http://schemas.microsoft.com/office/drawing/2014/main" id="{CB638FFC-F3F7-4777-80B6-62E72E4BCA04}"/>
                  </a:ext>
                </a:extLst>
              </p:cNvPr>
              <p:cNvCxnSpPr>
                <a:cxnSpLocks/>
              </p:cNvCxnSpPr>
              <p:nvPr userDrawn="1"/>
            </p:nvCxnSpPr>
            <p:spPr>
              <a:xfrm>
                <a:off x="975" y="346819"/>
                <a:ext cx="13438800" cy="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grpSp>
        <p:grpSp>
          <p:nvGrpSpPr>
            <p:cNvPr id="226" name="Vertical Lines">
              <a:extLst>
                <a:ext uri="{FF2B5EF4-FFF2-40B4-BE49-F238E27FC236}">
                  <a16:creationId xmlns:a16="http://schemas.microsoft.com/office/drawing/2014/main" id="{556271D2-3A94-4559-9D14-D92ACE9C50BC}"/>
                </a:ext>
              </a:extLst>
            </p:cNvPr>
            <p:cNvGrpSpPr/>
            <p:nvPr userDrawn="1"/>
          </p:nvGrpSpPr>
          <p:grpSpPr>
            <a:xfrm>
              <a:off x="346818" y="-325"/>
              <a:ext cx="12747450" cy="7567144"/>
              <a:chOff x="346818" y="-325"/>
              <a:chExt cx="12747450" cy="7567144"/>
            </a:xfrm>
          </p:grpSpPr>
          <p:cxnSp>
            <p:nvCxnSpPr>
              <p:cNvPr id="137" name="V12">
                <a:extLst>
                  <a:ext uri="{FF2B5EF4-FFF2-40B4-BE49-F238E27FC236}">
                    <a16:creationId xmlns:a16="http://schemas.microsoft.com/office/drawing/2014/main" id="{26A589B9-8139-4811-BA1F-2215B34400CC}"/>
                  </a:ext>
                </a:extLst>
              </p:cNvPr>
              <p:cNvCxnSpPr/>
              <p:nvPr userDrawn="1"/>
            </p:nvCxnSpPr>
            <p:spPr>
              <a:xfrm>
                <a:off x="1309426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38" name="V11">
                <a:extLst>
                  <a:ext uri="{FF2B5EF4-FFF2-40B4-BE49-F238E27FC236}">
                    <a16:creationId xmlns:a16="http://schemas.microsoft.com/office/drawing/2014/main" id="{25079B28-6DE3-482E-A6B9-579A97E7FB19}"/>
                  </a:ext>
                </a:extLst>
              </p:cNvPr>
              <p:cNvCxnSpPr/>
              <p:nvPr userDrawn="1"/>
            </p:nvCxnSpPr>
            <p:spPr>
              <a:xfrm>
                <a:off x="10229887"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39" name="V10">
                <a:extLst>
                  <a:ext uri="{FF2B5EF4-FFF2-40B4-BE49-F238E27FC236}">
                    <a16:creationId xmlns:a16="http://schemas.microsoft.com/office/drawing/2014/main" id="{61163A8D-9299-43D9-BC25-D0A085A2875F}"/>
                  </a:ext>
                </a:extLst>
              </p:cNvPr>
              <p:cNvCxnSpPr/>
              <p:nvPr userDrawn="1"/>
            </p:nvCxnSpPr>
            <p:spPr>
              <a:xfrm>
                <a:off x="980026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0" name="V9">
                <a:extLst>
                  <a:ext uri="{FF2B5EF4-FFF2-40B4-BE49-F238E27FC236}">
                    <a16:creationId xmlns:a16="http://schemas.microsoft.com/office/drawing/2014/main" id="{6148A019-E3C0-4C81-A1F5-F9DBF027C099}"/>
                  </a:ext>
                </a:extLst>
              </p:cNvPr>
              <p:cNvCxnSpPr/>
              <p:nvPr userDrawn="1"/>
            </p:nvCxnSpPr>
            <p:spPr>
              <a:xfrm>
                <a:off x="9131887"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1" name="V8">
                <a:extLst>
                  <a:ext uri="{FF2B5EF4-FFF2-40B4-BE49-F238E27FC236}">
                    <a16:creationId xmlns:a16="http://schemas.microsoft.com/office/drawing/2014/main" id="{352B87C8-D409-47AF-B872-45F54AF2E115}"/>
                  </a:ext>
                </a:extLst>
              </p:cNvPr>
              <p:cNvCxnSpPr/>
              <p:nvPr userDrawn="1"/>
            </p:nvCxnSpPr>
            <p:spPr>
              <a:xfrm>
                <a:off x="8704649" y="6819"/>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2" name="V7">
                <a:extLst>
                  <a:ext uri="{FF2B5EF4-FFF2-40B4-BE49-F238E27FC236}">
                    <a16:creationId xmlns:a16="http://schemas.microsoft.com/office/drawing/2014/main" id="{F048325D-C0B3-44F0-8AC7-A5AEB668D2BE}"/>
                  </a:ext>
                </a:extLst>
              </p:cNvPr>
              <p:cNvCxnSpPr/>
              <p:nvPr userDrawn="1"/>
            </p:nvCxnSpPr>
            <p:spPr>
              <a:xfrm>
                <a:off x="6935887"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3" name="V6">
                <a:extLst>
                  <a:ext uri="{FF2B5EF4-FFF2-40B4-BE49-F238E27FC236}">
                    <a16:creationId xmlns:a16="http://schemas.microsoft.com/office/drawing/2014/main" id="{7C716FFA-03D6-4D3D-ABBE-5AA1061FF8FE}"/>
                  </a:ext>
                </a:extLst>
              </p:cNvPr>
              <p:cNvCxnSpPr>
                <a:cxnSpLocks/>
              </p:cNvCxnSpPr>
              <p:nvPr userDrawn="1"/>
            </p:nvCxnSpPr>
            <p:spPr>
              <a:xfrm>
                <a:off x="650626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4" name="V5">
                <a:extLst>
                  <a:ext uri="{FF2B5EF4-FFF2-40B4-BE49-F238E27FC236}">
                    <a16:creationId xmlns:a16="http://schemas.microsoft.com/office/drawing/2014/main" id="{D6F9B8ED-35ED-4F9C-B2C1-322A71D223B9}"/>
                  </a:ext>
                </a:extLst>
              </p:cNvPr>
              <p:cNvCxnSpPr>
                <a:cxnSpLocks/>
              </p:cNvCxnSpPr>
              <p:nvPr userDrawn="1"/>
            </p:nvCxnSpPr>
            <p:spPr>
              <a:xfrm>
                <a:off x="4739887"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5" name="V4">
                <a:extLst>
                  <a:ext uri="{FF2B5EF4-FFF2-40B4-BE49-F238E27FC236}">
                    <a16:creationId xmlns:a16="http://schemas.microsoft.com/office/drawing/2014/main" id="{38964249-2CCA-45CD-82BB-49E97D5B0CD3}"/>
                  </a:ext>
                </a:extLst>
              </p:cNvPr>
              <p:cNvCxnSpPr/>
              <p:nvPr userDrawn="1"/>
            </p:nvCxnSpPr>
            <p:spPr>
              <a:xfrm>
                <a:off x="431026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6" name="V3">
                <a:extLst>
                  <a:ext uri="{FF2B5EF4-FFF2-40B4-BE49-F238E27FC236}">
                    <a16:creationId xmlns:a16="http://schemas.microsoft.com/office/drawing/2014/main" id="{FC81396C-4042-4B6A-B1B5-92A2540C5637}"/>
                  </a:ext>
                </a:extLst>
              </p:cNvPr>
              <p:cNvCxnSpPr>
                <a:cxnSpLocks/>
              </p:cNvCxnSpPr>
              <p:nvPr userDrawn="1"/>
            </p:nvCxnSpPr>
            <p:spPr>
              <a:xfrm>
                <a:off x="3641887"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7" name="V2">
                <a:extLst>
                  <a:ext uri="{FF2B5EF4-FFF2-40B4-BE49-F238E27FC236}">
                    <a16:creationId xmlns:a16="http://schemas.microsoft.com/office/drawing/2014/main" id="{F7FC5669-8494-49A4-83F6-2F5CFFEDBAB4}"/>
                  </a:ext>
                </a:extLst>
              </p:cNvPr>
              <p:cNvCxnSpPr>
                <a:cxnSpLocks/>
              </p:cNvCxnSpPr>
              <p:nvPr userDrawn="1"/>
            </p:nvCxnSpPr>
            <p:spPr>
              <a:xfrm>
                <a:off x="321226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cxnSp>
            <p:nvCxnSpPr>
              <p:cNvPr id="148" name="V1">
                <a:extLst>
                  <a:ext uri="{FF2B5EF4-FFF2-40B4-BE49-F238E27FC236}">
                    <a16:creationId xmlns:a16="http://schemas.microsoft.com/office/drawing/2014/main" id="{75B83DFE-084C-4C3E-987C-0455342C7ABE}"/>
                  </a:ext>
                </a:extLst>
              </p:cNvPr>
              <p:cNvCxnSpPr/>
              <p:nvPr userDrawn="1"/>
            </p:nvCxnSpPr>
            <p:spPr>
              <a:xfrm>
                <a:off x="346818" y="-325"/>
                <a:ext cx="0" cy="7560000"/>
              </a:xfrm>
              <a:prstGeom prst="line">
                <a:avLst/>
              </a:prstGeom>
              <a:ln w="3175">
                <a:solidFill>
                  <a:schemeClr val="bg2"/>
                </a:solidFill>
                <a:prstDash val="dash"/>
              </a:ln>
            </p:spPr>
            <p:style>
              <a:lnRef idx="1">
                <a:schemeClr val="accent1"/>
              </a:lnRef>
              <a:fillRef idx="0">
                <a:schemeClr val="accent1"/>
              </a:fillRef>
              <a:effectRef idx="0">
                <a:schemeClr val="accent1"/>
              </a:effectRef>
              <a:fontRef idx="minor">
                <a:schemeClr val="tx1"/>
              </a:fontRef>
            </p:style>
          </p:cxnSp>
        </p:grpSp>
      </p:grpSp>
      <p:sp>
        <p:nvSpPr>
          <p:cNvPr id="6" name="Slide Number Placeholder">
            <a:extLst>
              <a:ext uri="{FF2B5EF4-FFF2-40B4-BE49-F238E27FC236}">
                <a16:creationId xmlns:a16="http://schemas.microsoft.com/office/drawing/2014/main" id="{4E295935-E5B4-47C5-97AB-8E45670807C6}"/>
              </a:ext>
            </a:extLst>
          </p:cNvPr>
          <p:cNvSpPr>
            <a:spLocks noGrp="1"/>
          </p:cNvSpPr>
          <p:nvPr>
            <p:ph type="sldNum" sz="quarter" idx="4"/>
          </p:nvPr>
        </p:nvSpPr>
        <p:spPr>
          <a:xfrm>
            <a:off x="11551024" y="6626125"/>
            <a:ext cx="326577" cy="146963"/>
          </a:xfrm>
          <a:prstGeom prst="rect">
            <a:avLst/>
          </a:prstGeom>
        </p:spPr>
        <p:txBody>
          <a:bodyPr vert="horz" lIns="0" tIns="0" rIns="0" bIns="0" rtlCol="0" anchor="ctr" anchorCtr="0">
            <a:noAutofit/>
          </a:bodyPr>
          <a:lstStyle>
            <a:lvl1pPr marL="0" indent="0" algn="r">
              <a:buNone/>
              <a:defRPr sz="907">
                <a:solidFill>
                  <a:schemeClr val="tx1"/>
                </a:solidFill>
              </a:defRPr>
            </a:lvl1pPr>
          </a:lstStyle>
          <a:p>
            <a:fld id="{C30A1311-C316-4992-B31B-E2EB28E45515}" type="slidenum">
              <a:rPr lang="en-GB" smtClean="0"/>
              <a:pPr/>
              <a:t>‹#›</a:t>
            </a:fld>
            <a:endParaRPr lang="en-GB"/>
          </a:p>
        </p:txBody>
      </p:sp>
      <p:sp>
        <p:nvSpPr>
          <p:cNvPr id="5" name="Footer Placeholder">
            <a:extLst>
              <a:ext uri="{FF2B5EF4-FFF2-40B4-BE49-F238E27FC236}">
                <a16:creationId xmlns:a16="http://schemas.microsoft.com/office/drawing/2014/main" id="{A6CADFEB-95F1-4581-90C4-61943BAC2C2B}"/>
              </a:ext>
            </a:extLst>
          </p:cNvPr>
          <p:cNvSpPr>
            <a:spLocks noGrp="1"/>
          </p:cNvSpPr>
          <p:nvPr>
            <p:ph type="ftr" sz="quarter" idx="3"/>
          </p:nvPr>
        </p:nvSpPr>
        <p:spPr>
          <a:xfrm>
            <a:off x="2911875" y="6626125"/>
            <a:ext cx="8639149" cy="146963"/>
          </a:xfrm>
          <a:prstGeom prst="rect">
            <a:avLst/>
          </a:prstGeom>
        </p:spPr>
        <p:txBody>
          <a:bodyPr vert="horz" lIns="0" tIns="0" rIns="0" bIns="0" rtlCol="0" anchor="ctr" anchorCtr="0">
            <a:noAutofit/>
          </a:bodyPr>
          <a:lstStyle>
            <a:lvl1pPr marL="0" indent="0" algn="r">
              <a:buNone/>
              <a:defRPr sz="907">
                <a:solidFill>
                  <a:schemeClr val="tx1"/>
                </a:solidFill>
              </a:defRPr>
            </a:lvl1pPr>
          </a:lstStyle>
          <a:p>
            <a:endParaRPr lang="en-GB"/>
          </a:p>
        </p:txBody>
      </p:sp>
      <p:sp>
        <p:nvSpPr>
          <p:cNvPr id="19" name="Nest">
            <a:extLst>
              <a:ext uri="{FF2B5EF4-FFF2-40B4-BE49-F238E27FC236}">
                <a16:creationId xmlns:a16="http://schemas.microsoft.com/office/drawing/2014/main" id="{EE691A47-28F0-4CD5-84F7-9A73A1839932}"/>
              </a:ext>
            </a:extLst>
          </p:cNvPr>
          <p:cNvSpPr/>
          <p:nvPr userDrawn="1"/>
        </p:nvSpPr>
        <p:spPr>
          <a:xfrm>
            <a:off x="316779" y="6626125"/>
            <a:ext cx="251573" cy="14696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nchorCtr="0">
            <a:noAutofit/>
          </a:bodyPr>
          <a:lstStyle/>
          <a:p>
            <a:pPr marL="0" indent="0" algn="l">
              <a:buNone/>
            </a:pPr>
            <a:r>
              <a:rPr lang="en-GB" sz="907" b="1">
                <a:solidFill>
                  <a:schemeClr val="tx1"/>
                </a:solidFill>
              </a:rPr>
              <a:t>Nest</a:t>
            </a:r>
          </a:p>
        </p:txBody>
      </p:sp>
      <p:sp>
        <p:nvSpPr>
          <p:cNvPr id="3" name="Content Placeholder">
            <a:extLst>
              <a:ext uri="{FF2B5EF4-FFF2-40B4-BE49-F238E27FC236}">
                <a16:creationId xmlns:a16="http://schemas.microsoft.com/office/drawing/2014/main" id="{EDE70222-8AA4-4EB1-AEB8-95499DBA63EF}"/>
              </a:ext>
            </a:extLst>
          </p:cNvPr>
          <p:cNvSpPr>
            <a:spLocks noGrp="1"/>
          </p:cNvSpPr>
          <p:nvPr>
            <p:ph type="body" idx="1"/>
          </p:nvPr>
        </p:nvSpPr>
        <p:spPr>
          <a:xfrm>
            <a:off x="316779" y="1361858"/>
            <a:ext cx="11559622" cy="4735489"/>
          </a:xfrm>
          <a:prstGeom prst="rect">
            <a:avLst/>
          </a:prstGeom>
        </p:spPr>
        <p:txBody>
          <a:bodyPr vert="horz" lIns="0" tIns="0" rIns="0" bIns="0" rtlCol="0" anchor="t" anchorCtr="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a:extLst>
              <a:ext uri="{FF2B5EF4-FFF2-40B4-BE49-F238E27FC236}">
                <a16:creationId xmlns:a16="http://schemas.microsoft.com/office/drawing/2014/main" id="{CDB1E62C-07C5-403E-B194-B91482E73F74}"/>
              </a:ext>
            </a:extLst>
          </p:cNvPr>
          <p:cNvSpPr>
            <a:spLocks noGrp="1"/>
          </p:cNvSpPr>
          <p:nvPr>
            <p:ph type="title"/>
          </p:nvPr>
        </p:nvSpPr>
        <p:spPr>
          <a:xfrm>
            <a:off x="316779" y="316788"/>
            <a:ext cx="11560822" cy="489870"/>
          </a:xfrm>
          <a:prstGeom prst="rect">
            <a:avLst/>
          </a:prstGeom>
        </p:spPr>
        <p:txBody>
          <a:bodyPr vert="horz" lIns="0" tIns="0" rIns="0" bIns="0" rtlCol="0" anchor="t" anchorCtr="0">
            <a:noAutofit/>
          </a:bodyPr>
          <a:lstStyle/>
          <a:p>
            <a:r>
              <a:rPr lang="en-US"/>
              <a:t>Add title</a:t>
            </a:r>
            <a:endParaRPr lang="en-GB"/>
          </a:p>
        </p:txBody>
      </p:sp>
    </p:spTree>
    <p:extLst>
      <p:ext uri="{BB962C8B-B14F-4D97-AF65-F5344CB8AC3E}">
        <p14:creationId xmlns:p14="http://schemas.microsoft.com/office/powerpoint/2010/main" val="215195573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Lst>
  <p:hf hdr="0" ftr="0" dt="0"/>
  <p:txStyles>
    <p:titleStyle>
      <a:lvl1pPr algn="l" defTabSz="829544" rtl="0" eaLnBrk="1" latinLnBrk="0" hangingPunct="1">
        <a:lnSpc>
          <a:spcPct val="90000"/>
        </a:lnSpc>
        <a:spcBef>
          <a:spcPct val="0"/>
        </a:spcBef>
        <a:buNone/>
        <a:defRPr sz="3266" b="1" kern="1200">
          <a:solidFill>
            <a:srgbClr val="28465F"/>
          </a:solidFill>
          <a:latin typeface="+mj-lt"/>
          <a:ea typeface="+mj-ea"/>
          <a:cs typeface="+mj-cs"/>
        </a:defRPr>
      </a:lvl1pPr>
    </p:titleStyle>
    <p:bodyStyle>
      <a:lvl1pPr marL="244944"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1pPr>
      <a:lvl2pPr marL="489888"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2pPr>
      <a:lvl3pPr marL="734832"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3pPr>
      <a:lvl4pPr marL="979776"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4pPr>
      <a:lvl5pPr marL="1224720"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5pPr>
      <a:lvl6pPr marL="1469664"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6pPr>
      <a:lvl7pPr marL="1714608"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7pPr>
      <a:lvl8pPr marL="1959552"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8pPr>
      <a:lvl9pPr marL="2204496" indent="-244944" algn="l" defTabSz="829544" rtl="0" eaLnBrk="1" latinLnBrk="0" hangingPunct="1">
        <a:lnSpc>
          <a:spcPct val="100000"/>
        </a:lnSpc>
        <a:spcBef>
          <a:spcPts val="544"/>
        </a:spcBef>
        <a:buClr>
          <a:schemeClr val="tx2"/>
        </a:buClr>
        <a:buFont typeface="Arial" panose="020B0604020202020204" pitchFamily="34" charset="0"/>
        <a:buChar char="–"/>
        <a:defRPr sz="1814" kern="1200">
          <a:solidFill>
            <a:schemeClr val="tx1"/>
          </a:solidFill>
          <a:latin typeface="+mn-lt"/>
          <a:ea typeface="+mn-ea"/>
          <a:cs typeface="+mn-cs"/>
        </a:defRPr>
      </a:lvl9pPr>
    </p:bodyStyle>
    <p:otherStyle>
      <a:defPPr>
        <a:defRPr lang="en-GB"/>
      </a:defPPr>
      <a:lvl1pPr marL="163296"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1pPr>
      <a:lvl2pPr marL="326592"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2pPr>
      <a:lvl3pPr marL="489888"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3pPr>
      <a:lvl4pPr marL="653184"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4pPr>
      <a:lvl5pPr marL="816480"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5pPr>
      <a:lvl6pPr marL="979776"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6pPr>
      <a:lvl7pPr marL="1143072"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7pPr>
      <a:lvl8pPr marL="1306368"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8pPr>
      <a:lvl9pPr marL="1469664" indent="-163296" algn="l" defTabSz="829544" rtl="0" eaLnBrk="1" latinLnBrk="0" hangingPunct="1">
        <a:lnSpc>
          <a:spcPct val="100000"/>
        </a:lnSpc>
        <a:spcBef>
          <a:spcPts val="0"/>
        </a:spcBef>
        <a:buClr>
          <a:schemeClr val="tx2"/>
        </a:buClr>
        <a:buFont typeface="Arial" panose="020B0604020202020204" pitchFamily="34" charset="0"/>
        <a:buChar char="–"/>
        <a:defRPr sz="14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5058D1B6-FBF9-8C1B-8358-D6A905FDE56A}"/>
              </a:ext>
            </a:extLst>
          </p:cNvPr>
          <p:cNvSpPr>
            <a:spLocks noGrp="1"/>
          </p:cNvSpPr>
          <p:nvPr>
            <p:ph type="body" sz="quarter" idx="13"/>
          </p:nvPr>
        </p:nvSpPr>
        <p:spPr/>
        <p:txBody>
          <a:bodyPr/>
          <a:lstStyle/>
          <a:p>
            <a:endParaRPr lang="en-GB"/>
          </a:p>
        </p:txBody>
      </p:sp>
      <p:sp>
        <p:nvSpPr>
          <p:cNvPr id="5" name="Subtitle 4">
            <a:extLst>
              <a:ext uri="{FF2B5EF4-FFF2-40B4-BE49-F238E27FC236}">
                <a16:creationId xmlns:a16="http://schemas.microsoft.com/office/drawing/2014/main" id="{124AE67F-B02F-FE6F-6640-A7B48643BAE1}"/>
              </a:ext>
            </a:extLst>
          </p:cNvPr>
          <p:cNvSpPr>
            <a:spLocks noGrp="1"/>
          </p:cNvSpPr>
          <p:nvPr>
            <p:ph type="subTitle" idx="1"/>
          </p:nvPr>
        </p:nvSpPr>
        <p:spPr/>
        <p:txBody>
          <a:bodyPr/>
          <a:lstStyle/>
          <a:p>
            <a:endParaRPr lang="en-GB"/>
          </a:p>
        </p:txBody>
      </p:sp>
      <p:sp>
        <p:nvSpPr>
          <p:cNvPr id="4" name="Title 3">
            <a:extLst>
              <a:ext uri="{FF2B5EF4-FFF2-40B4-BE49-F238E27FC236}">
                <a16:creationId xmlns:a16="http://schemas.microsoft.com/office/drawing/2014/main" id="{3705D224-1146-EDC0-EB8B-3E03A03CEB88}"/>
              </a:ext>
            </a:extLst>
          </p:cNvPr>
          <p:cNvSpPr>
            <a:spLocks noGrp="1"/>
          </p:cNvSpPr>
          <p:nvPr>
            <p:ph type="ctrTitle"/>
          </p:nvPr>
        </p:nvSpPr>
        <p:spPr/>
        <p:txBody>
          <a:bodyPr/>
          <a:lstStyle/>
          <a:p>
            <a:r>
              <a:rPr lang="en-GB"/>
              <a:t>Nest Data Platform</a:t>
            </a:r>
          </a:p>
        </p:txBody>
      </p:sp>
    </p:spTree>
    <p:extLst>
      <p:ext uri="{BB962C8B-B14F-4D97-AF65-F5344CB8AC3E}">
        <p14:creationId xmlns:p14="http://schemas.microsoft.com/office/powerpoint/2010/main" val="3707214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4AC2859-E07B-FEF7-AD05-F13A56446F8A}"/>
              </a:ext>
            </a:extLst>
          </p:cNvPr>
          <p:cNvSpPr>
            <a:spLocks noGrp="1"/>
          </p:cNvSpPr>
          <p:nvPr>
            <p:ph type="sldNum" sz="quarter" idx="12"/>
          </p:nvPr>
        </p:nvSpPr>
        <p:spPr/>
        <p:txBody>
          <a:bodyPr/>
          <a:lstStyle/>
          <a:p>
            <a:pPr defTabSz="829544">
              <a:buClr>
                <a:srgbClr val="FF8200"/>
              </a:buClr>
            </a:pPr>
            <a:fld id="{C30A1311-C316-4992-B31B-E2EB28E45515}" type="slidenum">
              <a:rPr lang="en-GB">
                <a:solidFill>
                  <a:srgbClr val="3C3C3C"/>
                </a:solidFill>
                <a:latin typeface="Arial"/>
              </a:rPr>
              <a:pPr defTabSz="829544">
                <a:buClr>
                  <a:srgbClr val="FF8200"/>
                </a:buClr>
              </a:pPr>
              <a:t>2</a:t>
            </a:fld>
            <a:endParaRPr lang="en-GB">
              <a:solidFill>
                <a:srgbClr val="3C3C3C"/>
              </a:solidFill>
              <a:latin typeface="Arial"/>
            </a:endParaRPr>
          </a:p>
        </p:txBody>
      </p:sp>
      <p:sp>
        <p:nvSpPr>
          <p:cNvPr id="6" name="Title 5">
            <a:extLst>
              <a:ext uri="{FF2B5EF4-FFF2-40B4-BE49-F238E27FC236}">
                <a16:creationId xmlns:a16="http://schemas.microsoft.com/office/drawing/2014/main" id="{8E66E479-C4F1-A48E-D9CE-F75D342D38FA}"/>
              </a:ext>
            </a:extLst>
          </p:cNvPr>
          <p:cNvSpPr>
            <a:spLocks noGrp="1"/>
          </p:cNvSpPr>
          <p:nvPr>
            <p:ph type="title"/>
          </p:nvPr>
        </p:nvSpPr>
        <p:spPr/>
        <p:txBody>
          <a:bodyPr/>
          <a:lstStyle/>
          <a:p>
            <a:r>
              <a:rPr lang="en-GB"/>
              <a:t>Data Platforms – A Place to Collate, Store and Use Data</a:t>
            </a:r>
          </a:p>
        </p:txBody>
      </p:sp>
      <p:pic>
        <p:nvPicPr>
          <p:cNvPr id="8" name="Picture 7">
            <a:extLst>
              <a:ext uri="{FF2B5EF4-FFF2-40B4-BE49-F238E27FC236}">
                <a16:creationId xmlns:a16="http://schemas.microsoft.com/office/drawing/2014/main" id="{93A85DB8-A0F0-73B3-D5D1-EBABD0E1F296}"/>
              </a:ext>
            </a:extLst>
          </p:cNvPr>
          <p:cNvPicPr>
            <a:picLocks noChangeAspect="1"/>
          </p:cNvPicPr>
          <p:nvPr/>
        </p:nvPicPr>
        <p:blipFill>
          <a:blip r:embed="rId2"/>
          <a:stretch>
            <a:fillRect/>
          </a:stretch>
        </p:blipFill>
        <p:spPr>
          <a:xfrm>
            <a:off x="4175632" y="1652813"/>
            <a:ext cx="3840737" cy="3552375"/>
          </a:xfrm>
          <a:prstGeom prst="rect">
            <a:avLst/>
          </a:prstGeom>
        </p:spPr>
      </p:pic>
      <p:sp>
        <p:nvSpPr>
          <p:cNvPr id="9" name="TextBox 8">
            <a:extLst>
              <a:ext uri="{FF2B5EF4-FFF2-40B4-BE49-F238E27FC236}">
                <a16:creationId xmlns:a16="http://schemas.microsoft.com/office/drawing/2014/main" id="{4DABCF2B-1742-FC04-26A9-0F23E9B9C3C7}"/>
              </a:ext>
            </a:extLst>
          </p:cNvPr>
          <p:cNvSpPr txBox="1"/>
          <p:nvPr/>
        </p:nvSpPr>
        <p:spPr>
          <a:xfrm>
            <a:off x="316779" y="1006409"/>
            <a:ext cx="10990223" cy="446917"/>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You can think of a data platform as the memory and thinking of the company’s brain – collecting, organising and interpreting signals to make smart and timely decisions</a:t>
            </a:r>
          </a:p>
        </p:txBody>
      </p:sp>
      <p:sp>
        <p:nvSpPr>
          <p:cNvPr id="10" name="TextBox 9">
            <a:extLst>
              <a:ext uri="{FF2B5EF4-FFF2-40B4-BE49-F238E27FC236}">
                <a16:creationId xmlns:a16="http://schemas.microsoft.com/office/drawing/2014/main" id="{468678CB-40FD-D1FA-0143-C3C08B2AD331}"/>
              </a:ext>
            </a:extLst>
          </p:cNvPr>
          <p:cNvSpPr txBox="1"/>
          <p:nvPr/>
        </p:nvSpPr>
        <p:spPr>
          <a:xfrm>
            <a:off x="892620" y="2647235"/>
            <a:ext cx="3391358" cy="2011128"/>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They are single location to:</a:t>
            </a:r>
          </a:p>
          <a:p>
            <a:pPr marL="326592" lvl="1" indent="-163296" defTabSz="829544">
              <a:buClr>
                <a:srgbClr val="FF8200"/>
              </a:buClr>
              <a:buFont typeface="Arial" panose="020B0604020202020204" pitchFamily="34" charset="0"/>
              <a:buChar char="–"/>
            </a:pPr>
            <a:r>
              <a:rPr lang="en-GB" sz="1452">
                <a:solidFill>
                  <a:srgbClr val="3C3C3C"/>
                </a:solidFill>
                <a:latin typeface="Arial"/>
              </a:rPr>
              <a:t>Store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Clean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Process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Combine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Create outputs from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Create actions from data</a:t>
            </a:r>
          </a:p>
          <a:p>
            <a:pPr marL="326592" lvl="1" indent="-163296" defTabSz="829544">
              <a:buClr>
                <a:srgbClr val="FF8200"/>
              </a:buClr>
              <a:buFont typeface="Arial" panose="020B0604020202020204" pitchFamily="34" charset="0"/>
              <a:buChar char="–"/>
            </a:pPr>
            <a:r>
              <a:rPr lang="en-GB" sz="1452">
                <a:solidFill>
                  <a:srgbClr val="3C3C3C"/>
                </a:solidFill>
                <a:latin typeface="Arial"/>
              </a:rPr>
              <a:t>Power business decisions with data</a:t>
            </a:r>
          </a:p>
          <a:p>
            <a:pPr marL="163296" indent="-163296" defTabSz="829544">
              <a:buClr>
                <a:srgbClr val="FF8200"/>
              </a:buClr>
              <a:buFont typeface="Arial" panose="020B0604020202020204" pitchFamily="34" charset="0"/>
              <a:buChar char="›"/>
            </a:pPr>
            <a:endParaRPr lang="en-GB" sz="1452">
              <a:solidFill>
                <a:srgbClr val="3C3C3C"/>
              </a:solidFill>
              <a:latin typeface="Arial"/>
            </a:endParaRPr>
          </a:p>
        </p:txBody>
      </p:sp>
      <p:sp>
        <p:nvSpPr>
          <p:cNvPr id="11" name="TextBox 10">
            <a:extLst>
              <a:ext uri="{FF2B5EF4-FFF2-40B4-BE49-F238E27FC236}">
                <a16:creationId xmlns:a16="http://schemas.microsoft.com/office/drawing/2014/main" id="{9AD48A6C-9CA0-9D39-F668-6FF7B42B47E0}"/>
              </a:ext>
            </a:extLst>
          </p:cNvPr>
          <p:cNvSpPr txBox="1"/>
          <p:nvPr/>
        </p:nvSpPr>
        <p:spPr>
          <a:xfrm>
            <a:off x="316779" y="5554053"/>
            <a:ext cx="10990223" cy="446917"/>
          </a:xfrm>
          <a:prstGeom prst="rect">
            <a:avLst/>
          </a:prstGeom>
          <a:noFill/>
        </p:spPr>
        <p:txBody>
          <a:bodyPr wrap="square" lIns="0" tIns="0" rIns="0" bIns="0" rtlCol="0">
            <a:spAutoFit/>
          </a:bodyPr>
          <a:lstStyle/>
          <a:p>
            <a:pPr marL="163296" indent="-163296" defTabSz="829544">
              <a:buClr>
                <a:srgbClr val="FF8200"/>
              </a:buClr>
              <a:buFont typeface="Arial" panose="020B0604020202020204" pitchFamily="34" charset="0"/>
              <a:buChar char="›"/>
            </a:pPr>
            <a:r>
              <a:rPr lang="en-GB" sz="1452">
                <a:solidFill>
                  <a:srgbClr val="3C3C3C"/>
                </a:solidFill>
                <a:latin typeface="Arial"/>
              </a:rPr>
              <a:t>They are a strategic enabler for the business, by centralising data storage and allowing data to be used across departments in uniform ways and an enabler for future cases of AI</a:t>
            </a:r>
          </a:p>
        </p:txBody>
      </p:sp>
      <p:sp>
        <p:nvSpPr>
          <p:cNvPr id="12" name="TextBox 11">
            <a:extLst>
              <a:ext uri="{FF2B5EF4-FFF2-40B4-BE49-F238E27FC236}">
                <a16:creationId xmlns:a16="http://schemas.microsoft.com/office/drawing/2014/main" id="{B3351695-55D1-3E7D-CD71-593B9AF9622E}"/>
              </a:ext>
            </a:extLst>
          </p:cNvPr>
          <p:cNvSpPr txBox="1"/>
          <p:nvPr/>
        </p:nvSpPr>
        <p:spPr>
          <a:xfrm>
            <a:off x="8249972" y="2647235"/>
            <a:ext cx="3625249" cy="2011128"/>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Advantages Include:</a:t>
            </a:r>
          </a:p>
          <a:p>
            <a:pPr marL="326592" lvl="1" indent="-163296" defTabSz="829544">
              <a:buClr>
                <a:srgbClr val="FF8200"/>
              </a:buClr>
              <a:buFont typeface="Arial" panose="020B0604020202020204" pitchFamily="34" charset="0"/>
              <a:buChar char="–"/>
            </a:pPr>
            <a:r>
              <a:rPr lang="en-GB" sz="1452">
                <a:solidFill>
                  <a:srgbClr val="3C3C3C"/>
                </a:solidFill>
                <a:latin typeface="Arial"/>
              </a:rPr>
              <a:t>One centralised data location</a:t>
            </a:r>
          </a:p>
          <a:p>
            <a:pPr marL="326592" lvl="1" indent="-163296" defTabSz="829544">
              <a:buClr>
                <a:srgbClr val="FF8200"/>
              </a:buClr>
              <a:buFont typeface="Arial" panose="020B0604020202020204" pitchFamily="34" charset="0"/>
              <a:buChar char="–"/>
            </a:pPr>
            <a:r>
              <a:rPr lang="en-GB" sz="1452">
                <a:solidFill>
                  <a:srgbClr val="3C3C3C"/>
                </a:solidFill>
                <a:latin typeface="Arial"/>
              </a:rPr>
              <a:t>A secure storage solution</a:t>
            </a:r>
          </a:p>
          <a:p>
            <a:pPr marL="326592" lvl="1" indent="-163296" defTabSz="829544">
              <a:buClr>
                <a:srgbClr val="FF8200"/>
              </a:buClr>
              <a:buFont typeface="Arial" panose="020B0604020202020204" pitchFamily="34" charset="0"/>
              <a:buChar char="–"/>
            </a:pPr>
            <a:r>
              <a:rPr lang="en-GB" sz="1452">
                <a:solidFill>
                  <a:srgbClr val="3C3C3C"/>
                </a:solidFill>
                <a:latin typeface="Arial"/>
              </a:rPr>
              <a:t>Data Governance ability</a:t>
            </a:r>
          </a:p>
          <a:p>
            <a:pPr marL="326592" lvl="1" indent="-163296" defTabSz="829544">
              <a:buClr>
                <a:srgbClr val="FF8200"/>
              </a:buClr>
              <a:buFont typeface="Arial" panose="020B0604020202020204" pitchFamily="34" charset="0"/>
              <a:buChar char="–"/>
            </a:pPr>
            <a:r>
              <a:rPr lang="en-GB" sz="1452">
                <a:solidFill>
                  <a:srgbClr val="3C3C3C"/>
                </a:solidFill>
                <a:latin typeface="Arial"/>
              </a:rPr>
              <a:t>Automated data processes</a:t>
            </a:r>
          </a:p>
          <a:p>
            <a:pPr marL="326592" lvl="1" indent="-163296" defTabSz="829544">
              <a:buClr>
                <a:srgbClr val="FF8200"/>
              </a:buClr>
              <a:buFont typeface="Arial" panose="020B0604020202020204" pitchFamily="34" charset="0"/>
              <a:buChar char="–"/>
            </a:pPr>
            <a:r>
              <a:rPr lang="en-GB" sz="1452">
                <a:solidFill>
                  <a:srgbClr val="3C3C3C"/>
                </a:solidFill>
                <a:latin typeface="Arial"/>
              </a:rPr>
              <a:t>Superior processing power</a:t>
            </a:r>
          </a:p>
          <a:p>
            <a:pPr marL="326592" lvl="1" indent="-163296" defTabSz="829544">
              <a:buClr>
                <a:srgbClr val="FF8200"/>
              </a:buClr>
              <a:buFont typeface="Arial" panose="020B0604020202020204" pitchFamily="34" charset="0"/>
              <a:buChar char="–"/>
            </a:pPr>
            <a:r>
              <a:rPr lang="en-GB" sz="1452">
                <a:solidFill>
                  <a:srgbClr val="3C3C3C"/>
                </a:solidFill>
                <a:latin typeface="Arial"/>
              </a:rPr>
              <a:t>Lower dependence on external systems</a:t>
            </a:r>
          </a:p>
          <a:p>
            <a:pPr marL="326592" lvl="1" indent="-163296" defTabSz="829544">
              <a:buClr>
                <a:srgbClr val="FF8200"/>
              </a:buClr>
              <a:buFont typeface="Arial" panose="020B0604020202020204" pitchFamily="34" charset="0"/>
              <a:buChar char="–"/>
            </a:pPr>
            <a:r>
              <a:rPr lang="en-GB" sz="1452">
                <a:solidFill>
                  <a:srgbClr val="3C3C3C"/>
                </a:solidFill>
                <a:latin typeface="Arial"/>
              </a:rPr>
              <a:t>Market leading technology</a:t>
            </a:r>
          </a:p>
          <a:p>
            <a:pPr defTabSz="829544">
              <a:buClr>
                <a:srgbClr val="FF8200"/>
              </a:buClr>
            </a:pPr>
            <a:endParaRPr lang="en-GB" sz="1452" err="1">
              <a:solidFill>
                <a:srgbClr val="3C3C3C"/>
              </a:solidFill>
              <a:latin typeface="Arial"/>
            </a:endParaRPr>
          </a:p>
        </p:txBody>
      </p:sp>
      <p:sp>
        <p:nvSpPr>
          <p:cNvPr id="13" name="TextBox 12">
            <a:extLst>
              <a:ext uri="{FF2B5EF4-FFF2-40B4-BE49-F238E27FC236}">
                <a16:creationId xmlns:a16="http://schemas.microsoft.com/office/drawing/2014/main" id="{0C4CE258-231B-30E7-7851-6EBEC370D115}"/>
              </a:ext>
            </a:extLst>
          </p:cNvPr>
          <p:cNvSpPr txBox="1"/>
          <p:nvPr/>
        </p:nvSpPr>
        <p:spPr>
          <a:xfrm>
            <a:off x="3674684" y="4907648"/>
            <a:ext cx="4842633" cy="335028"/>
          </a:xfrm>
          <a:prstGeom prst="rect">
            <a:avLst/>
          </a:prstGeom>
          <a:noFill/>
        </p:spPr>
        <p:txBody>
          <a:bodyPr wrap="square" lIns="0" tIns="0" rIns="0" bIns="0" rtlCol="0">
            <a:spAutoFit/>
          </a:bodyPr>
          <a:lstStyle/>
          <a:p>
            <a:pPr defTabSz="829544">
              <a:buClr>
                <a:srgbClr val="FF8200"/>
              </a:buClr>
            </a:pPr>
            <a:r>
              <a:rPr lang="en-GB" sz="2177">
                <a:solidFill>
                  <a:srgbClr val="FF8200"/>
                </a:solidFill>
                <a:latin typeface="Arial Black" panose="020B0A04020102020204" pitchFamily="34" charset="0"/>
              </a:rPr>
              <a:t>BETTER BUSINESS DECISIONS</a:t>
            </a:r>
          </a:p>
        </p:txBody>
      </p:sp>
      <p:sp>
        <p:nvSpPr>
          <p:cNvPr id="14" name="TextBox 13">
            <a:extLst>
              <a:ext uri="{FF2B5EF4-FFF2-40B4-BE49-F238E27FC236}">
                <a16:creationId xmlns:a16="http://schemas.microsoft.com/office/drawing/2014/main" id="{AB2149FD-A6A9-BC56-B3B3-9F64635BF42C}"/>
              </a:ext>
            </a:extLst>
          </p:cNvPr>
          <p:cNvSpPr txBox="1"/>
          <p:nvPr/>
        </p:nvSpPr>
        <p:spPr>
          <a:xfrm>
            <a:off x="664053" y="1715141"/>
            <a:ext cx="10863894" cy="335028"/>
          </a:xfrm>
          <a:prstGeom prst="rect">
            <a:avLst/>
          </a:prstGeom>
          <a:noFill/>
        </p:spPr>
        <p:txBody>
          <a:bodyPr wrap="square" lIns="0" tIns="0" rIns="0" bIns="0" rtlCol="0">
            <a:spAutoFit/>
          </a:bodyPr>
          <a:lstStyle/>
          <a:p>
            <a:pPr defTabSz="829544">
              <a:buClr>
                <a:srgbClr val="FF8200"/>
              </a:buClr>
            </a:pPr>
            <a:r>
              <a:rPr lang="en-GB" sz="2177">
                <a:solidFill>
                  <a:srgbClr val="FF8200"/>
                </a:solidFill>
                <a:latin typeface="Arial Black" panose="020B0A04020102020204" pitchFamily="34" charset="0"/>
              </a:rPr>
              <a:t>BETTER DATA STORAGE, BETTER DATA USAGE, BETTER DATA INSIGHT</a:t>
            </a:r>
          </a:p>
        </p:txBody>
      </p:sp>
    </p:spTree>
    <p:extLst>
      <p:ext uri="{BB962C8B-B14F-4D97-AF65-F5344CB8AC3E}">
        <p14:creationId xmlns:p14="http://schemas.microsoft.com/office/powerpoint/2010/main" val="26045232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D1CAA2B-D254-C18C-5AA4-C1B868B4D7EA}"/>
              </a:ext>
            </a:extLst>
          </p:cNvPr>
          <p:cNvSpPr>
            <a:spLocks noGrp="1"/>
          </p:cNvSpPr>
          <p:nvPr>
            <p:ph type="sldNum" sz="quarter" idx="12"/>
          </p:nvPr>
        </p:nvSpPr>
        <p:spPr/>
        <p:txBody>
          <a:bodyPr/>
          <a:lstStyle/>
          <a:p>
            <a:pPr defTabSz="829544">
              <a:buClr>
                <a:srgbClr val="FF8200"/>
              </a:buClr>
            </a:pPr>
            <a:fld id="{C30A1311-C316-4992-B31B-E2EB28E45515}" type="slidenum">
              <a:rPr lang="en-GB">
                <a:solidFill>
                  <a:srgbClr val="3C3C3C"/>
                </a:solidFill>
                <a:latin typeface="Arial"/>
              </a:rPr>
              <a:pPr defTabSz="829544">
                <a:buClr>
                  <a:srgbClr val="FF8200"/>
                </a:buClr>
              </a:pPr>
              <a:t>3</a:t>
            </a:fld>
            <a:endParaRPr lang="en-GB">
              <a:solidFill>
                <a:srgbClr val="3C3C3C"/>
              </a:solidFill>
              <a:latin typeface="Arial"/>
            </a:endParaRPr>
          </a:p>
        </p:txBody>
      </p:sp>
      <p:sp>
        <p:nvSpPr>
          <p:cNvPr id="6" name="Content Placeholder 5">
            <a:extLst>
              <a:ext uri="{FF2B5EF4-FFF2-40B4-BE49-F238E27FC236}">
                <a16:creationId xmlns:a16="http://schemas.microsoft.com/office/drawing/2014/main" id="{16B63D5C-6543-A2D8-3D42-3C3878763DBF}"/>
              </a:ext>
            </a:extLst>
          </p:cNvPr>
          <p:cNvSpPr>
            <a:spLocks noGrp="1"/>
          </p:cNvSpPr>
          <p:nvPr>
            <p:ph idx="1"/>
          </p:nvPr>
        </p:nvSpPr>
        <p:spPr>
          <a:xfrm>
            <a:off x="283975" y="1268271"/>
            <a:ext cx="6319218" cy="4066157"/>
          </a:xfrm>
        </p:spPr>
        <p:txBody>
          <a:bodyPr/>
          <a:lstStyle/>
          <a:p>
            <a:pPr marL="244831" indent="-244831">
              <a:spcAft>
                <a:spcPts val="1361"/>
              </a:spcAft>
              <a:defRPr sz="1800"/>
            </a:pPr>
            <a:r>
              <a:rPr lang="en-GB" b="1"/>
              <a:t>One/Single Source of Truth</a:t>
            </a:r>
            <a:br>
              <a:rPr lang="en-GB"/>
            </a:br>
            <a:r>
              <a:rPr lang="en-GB"/>
              <a:t>NDP will unify data from multiple systems into a single, governed source, ensuring consistency across all reports and dashboards.</a:t>
            </a:r>
            <a:endParaRPr lang="en-US"/>
          </a:p>
          <a:p>
            <a:pPr marL="244831" indent="-244831">
              <a:spcAft>
                <a:spcPts val="1361"/>
              </a:spcAft>
              <a:defRPr sz="1800"/>
            </a:pPr>
            <a:r>
              <a:rPr lang="en-GB" b="1"/>
              <a:t>Automated Pipelines</a:t>
            </a:r>
            <a:br>
              <a:rPr lang="en-GB"/>
            </a:br>
            <a:r>
              <a:rPr lang="en-GB"/>
              <a:t>NDP automates data ingestion, transformation, and loading processes—reducing manual effort and minimising data latency.</a:t>
            </a:r>
            <a:endParaRPr lang="en-GB">
              <a:cs typeface="Arial"/>
            </a:endParaRPr>
          </a:p>
          <a:p>
            <a:pPr marL="244831" indent="-244831">
              <a:spcAft>
                <a:spcPts val="1361"/>
              </a:spcAft>
              <a:defRPr sz="1800"/>
            </a:pPr>
            <a:r>
              <a:rPr lang="en-GB" b="1"/>
              <a:t>Unity Catalog Governance</a:t>
            </a:r>
            <a:br>
              <a:rPr lang="en-GB"/>
            </a:br>
            <a:r>
              <a:rPr lang="en-GB"/>
              <a:t>Centralised data governance and lineage tracking with Unity Catalog ensures compliance, data quality, and role-based access control.</a:t>
            </a:r>
            <a:endParaRPr lang="en-GB">
              <a:cs typeface="Arial"/>
            </a:endParaRPr>
          </a:p>
          <a:p>
            <a:pPr marL="244831" indent="-244831">
              <a:spcAft>
                <a:spcPts val="1361"/>
              </a:spcAft>
              <a:defRPr sz="1800"/>
            </a:pPr>
            <a:r>
              <a:rPr lang="en-GB" b="1"/>
              <a:t>Data Availability</a:t>
            </a:r>
            <a:br>
              <a:rPr lang="en-GB"/>
            </a:br>
            <a:r>
              <a:rPr lang="en-GB"/>
              <a:t>Streaming and incremental data processing enable up-to-date insights in Power BI, driving faster and more informed business decisions.</a:t>
            </a:r>
            <a:endParaRPr lang="en-GB">
              <a:cs typeface="Arial"/>
            </a:endParaRPr>
          </a:p>
          <a:p>
            <a:pPr marL="244831" indent="-244831"/>
            <a:endParaRPr lang="en-GB">
              <a:cs typeface="Arial"/>
            </a:endParaRPr>
          </a:p>
        </p:txBody>
      </p:sp>
      <p:sp>
        <p:nvSpPr>
          <p:cNvPr id="7" name="Text Placeholder 6">
            <a:extLst>
              <a:ext uri="{FF2B5EF4-FFF2-40B4-BE49-F238E27FC236}">
                <a16:creationId xmlns:a16="http://schemas.microsoft.com/office/drawing/2014/main" id="{DCAFC7F8-8515-B261-1527-B0022D6AA1D7}"/>
              </a:ext>
            </a:extLst>
          </p:cNvPr>
          <p:cNvSpPr>
            <a:spLocks noGrp="1"/>
          </p:cNvSpPr>
          <p:nvPr>
            <p:ph type="body" sz="quarter" idx="13"/>
          </p:nvPr>
        </p:nvSpPr>
        <p:spPr/>
        <p:txBody>
          <a:bodyPr/>
          <a:lstStyle/>
          <a:p>
            <a:r>
              <a:rPr lang="en-GB"/>
              <a:t>Enabling a unified and governed analytics ecosystem</a:t>
            </a:r>
            <a:endParaRPr lang="en-US"/>
          </a:p>
          <a:p>
            <a:endParaRPr lang="en-GB">
              <a:cs typeface="Arial"/>
            </a:endParaRPr>
          </a:p>
        </p:txBody>
      </p:sp>
      <p:sp>
        <p:nvSpPr>
          <p:cNvPr id="8" name="Title 7">
            <a:extLst>
              <a:ext uri="{FF2B5EF4-FFF2-40B4-BE49-F238E27FC236}">
                <a16:creationId xmlns:a16="http://schemas.microsoft.com/office/drawing/2014/main" id="{543462DF-2688-5DE4-67FD-7F31A995F5DA}"/>
              </a:ext>
            </a:extLst>
          </p:cNvPr>
          <p:cNvSpPr>
            <a:spLocks noGrp="1"/>
          </p:cNvSpPr>
          <p:nvPr>
            <p:ph type="title"/>
          </p:nvPr>
        </p:nvSpPr>
        <p:spPr/>
        <p:txBody>
          <a:bodyPr/>
          <a:lstStyle/>
          <a:p>
            <a:r>
              <a:rPr lang="en-GB">
                <a:cs typeface="Arial"/>
              </a:rPr>
              <a:t>Nest Data Platform</a:t>
            </a:r>
            <a:endParaRPr lang="en-GB"/>
          </a:p>
        </p:txBody>
      </p:sp>
      <p:sp>
        <p:nvSpPr>
          <p:cNvPr id="3" name="Oval 2">
            <a:extLst>
              <a:ext uri="{FF2B5EF4-FFF2-40B4-BE49-F238E27FC236}">
                <a16:creationId xmlns:a16="http://schemas.microsoft.com/office/drawing/2014/main" id="{52E67103-A417-9F1E-9C61-C98E2EA362AF}"/>
              </a:ext>
            </a:extLst>
          </p:cNvPr>
          <p:cNvSpPr/>
          <p:nvPr/>
        </p:nvSpPr>
        <p:spPr>
          <a:xfrm>
            <a:off x="8725373" y="3393991"/>
            <a:ext cx="1526656" cy="776955"/>
          </a:xfrm>
          <a:prstGeom prst="ellipse">
            <a:avLst/>
          </a:prstGeom>
          <a:ln/>
        </p:spPr>
        <p:style>
          <a:lnRef idx="3">
            <a:schemeClr val="lt1"/>
          </a:lnRef>
          <a:fillRef idx="1">
            <a:schemeClr val="accent1"/>
          </a:fillRef>
          <a:effectRef idx="1">
            <a:schemeClr val="accent1"/>
          </a:effectRef>
          <a:fontRef idx="minor">
            <a:schemeClr val="lt1"/>
          </a:fontRef>
        </p:style>
        <p:txBody>
          <a:bodyPr lIns="163288" tIns="163288" rIns="163288" bIns="163288" rtlCol="0" anchor="ctr"/>
          <a:lstStyle/>
          <a:p>
            <a:pPr algn="ctr" defTabSz="829544">
              <a:buClr>
                <a:srgbClr val="FF8200"/>
              </a:buClr>
            </a:pPr>
            <a:r>
              <a:rPr lang="en-GB" sz="1270">
                <a:solidFill>
                  <a:srgbClr val="FFFFFF"/>
                </a:solidFill>
                <a:latin typeface="Arial"/>
              </a:rPr>
              <a:t>Corporate</a:t>
            </a:r>
          </a:p>
        </p:txBody>
      </p:sp>
      <p:sp>
        <p:nvSpPr>
          <p:cNvPr id="27" name="Oval 26">
            <a:extLst>
              <a:ext uri="{FF2B5EF4-FFF2-40B4-BE49-F238E27FC236}">
                <a16:creationId xmlns:a16="http://schemas.microsoft.com/office/drawing/2014/main" id="{C1A205EC-8AC0-75FD-4E84-9AC6AAA7DD8E}"/>
              </a:ext>
            </a:extLst>
          </p:cNvPr>
          <p:cNvSpPr/>
          <p:nvPr/>
        </p:nvSpPr>
        <p:spPr>
          <a:xfrm>
            <a:off x="11553523" y="-618328"/>
            <a:ext cx="1412223" cy="5472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63288" tIns="163288" rIns="163288" bIns="163288" rtlCol="0" anchor="ctr"/>
          <a:lstStyle/>
          <a:p>
            <a:pPr algn="ctr" defTabSz="829544">
              <a:buClr>
                <a:srgbClr val="FF8200"/>
              </a:buClr>
            </a:pPr>
            <a:r>
              <a:rPr lang="en-GB" sz="900">
                <a:solidFill>
                  <a:srgbClr val="3C3C3C"/>
                </a:solidFill>
                <a:latin typeface="Arial"/>
              </a:rPr>
              <a:t>Procurement</a:t>
            </a:r>
          </a:p>
        </p:txBody>
      </p:sp>
      <p:sp>
        <p:nvSpPr>
          <p:cNvPr id="28" name="Oval 27">
            <a:extLst>
              <a:ext uri="{FF2B5EF4-FFF2-40B4-BE49-F238E27FC236}">
                <a16:creationId xmlns:a16="http://schemas.microsoft.com/office/drawing/2014/main" id="{2BD2FA28-7CC7-B148-1C11-4A61CA94F8B0}"/>
              </a:ext>
            </a:extLst>
          </p:cNvPr>
          <p:cNvSpPr/>
          <p:nvPr/>
        </p:nvSpPr>
        <p:spPr>
          <a:xfrm>
            <a:off x="6656023" y="3123309"/>
            <a:ext cx="1389245" cy="5472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63288" tIns="163288" rIns="163288" bIns="163288" rtlCol="0" anchor="ctr"/>
          <a:lstStyle/>
          <a:p>
            <a:pPr algn="ctr" defTabSz="829544">
              <a:buClr>
                <a:srgbClr val="FF8200"/>
              </a:buClr>
            </a:pPr>
            <a:r>
              <a:rPr lang="en-GB" sz="900">
                <a:solidFill>
                  <a:srgbClr val="3C3C3C"/>
                </a:solidFill>
                <a:latin typeface="Arial"/>
              </a:rPr>
              <a:t>Facilities</a:t>
            </a:r>
            <a:endParaRPr lang="en-GB" sz="900">
              <a:solidFill>
                <a:srgbClr val="3C3C3C"/>
              </a:solidFill>
              <a:latin typeface="Arial"/>
              <a:cs typeface="Arial"/>
            </a:endParaRPr>
          </a:p>
        </p:txBody>
      </p:sp>
      <p:cxnSp>
        <p:nvCxnSpPr>
          <p:cNvPr id="42" name="Straight Connector 41">
            <a:extLst>
              <a:ext uri="{FF2B5EF4-FFF2-40B4-BE49-F238E27FC236}">
                <a16:creationId xmlns:a16="http://schemas.microsoft.com/office/drawing/2014/main" id="{44D26FB5-3101-A7C7-16A7-CEEED2835F5E}"/>
              </a:ext>
            </a:extLst>
          </p:cNvPr>
          <p:cNvCxnSpPr>
            <a:cxnSpLocks/>
            <a:stCxn id="28" idx="6"/>
            <a:endCxn id="3" idx="2"/>
          </p:cNvCxnSpPr>
          <p:nvPr/>
        </p:nvCxnSpPr>
        <p:spPr>
          <a:xfrm>
            <a:off x="8045268" y="3396921"/>
            <a:ext cx="680105" cy="385548"/>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AB102E6B-F682-5B2B-15C3-C8C2A1DF7C2E}"/>
              </a:ext>
            </a:extLst>
          </p:cNvPr>
          <p:cNvCxnSpPr>
            <a:cxnSpLocks/>
            <a:stCxn id="3" idx="6"/>
            <a:endCxn id="4" idx="2"/>
          </p:cNvCxnSpPr>
          <p:nvPr/>
        </p:nvCxnSpPr>
        <p:spPr>
          <a:xfrm flipV="1">
            <a:off x="10252029" y="3782468"/>
            <a:ext cx="233641" cy="1"/>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6A2DE851-C1FF-0ED7-48A4-58F428D6D163}"/>
              </a:ext>
            </a:extLst>
          </p:cNvPr>
          <p:cNvSpPr txBox="1"/>
          <p:nvPr/>
        </p:nvSpPr>
        <p:spPr>
          <a:xfrm>
            <a:off x="9123614" y="2463595"/>
            <a:ext cx="599543" cy="223459"/>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NDP</a:t>
            </a:r>
          </a:p>
        </p:txBody>
      </p:sp>
      <p:sp>
        <p:nvSpPr>
          <p:cNvPr id="70" name="TextBox 69">
            <a:extLst>
              <a:ext uri="{FF2B5EF4-FFF2-40B4-BE49-F238E27FC236}">
                <a16:creationId xmlns:a16="http://schemas.microsoft.com/office/drawing/2014/main" id="{2A126126-8660-BACA-2C9D-5C67FC636585}"/>
              </a:ext>
            </a:extLst>
          </p:cNvPr>
          <p:cNvSpPr txBox="1"/>
          <p:nvPr/>
        </p:nvSpPr>
        <p:spPr>
          <a:xfrm>
            <a:off x="6970419" y="2463595"/>
            <a:ext cx="914830" cy="223459"/>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Sources</a:t>
            </a:r>
          </a:p>
        </p:txBody>
      </p:sp>
      <p:sp>
        <p:nvSpPr>
          <p:cNvPr id="74" name="TextBox 73">
            <a:extLst>
              <a:ext uri="{FF2B5EF4-FFF2-40B4-BE49-F238E27FC236}">
                <a16:creationId xmlns:a16="http://schemas.microsoft.com/office/drawing/2014/main" id="{2CC231D4-E14C-C46B-1DF5-C28B33FBA756}"/>
              </a:ext>
            </a:extLst>
          </p:cNvPr>
          <p:cNvSpPr txBox="1"/>
          <p:nvPr/>
        </p:nvSpPr>
        <p:spPr>
          <a:xfrm>
            <a:off x="10961523" y="2463595"/>
            <a:ext cx="740860" cy="223459"/>
          </a:xfrm>
          <a:prstGeom prst="rect">
            <a:avLst/>
          </a:prstGeom>
          <a:noFill/>
        </p:spPr>
        <p:txBody>
          <a:bodyPr wrap="square" lIns="0" tIns="0" rIns="0" bIns="0" rtlCol="0">
            <a:spAutoFit/>
          </a:bodyPr>
          <a:lstStyle/>
          <a:p>
            <a:pPr defTabSz="829544">
              <a:buClr>
                <a:srgbClr val="FF8200"/>
              </a:buClr>
            </a:pPr>
            <a:r>
              <a:rPr lang="en-GB" sz="1452">
                <a:solidFill>
                  <a:srgbClr val="3C3C3C"/>
                </a:solidFill>
                <a:latin typeface="Arial"/>
              </a:rPr>
              <a:t>Outputs</a:t>
            </a:r>
          </a:p>
        </p:txBody>
      </p:sp>
      <p:sp>
        <p:nvSpPr>
          <p:cNvPr id="4" name="Oval 3">
            <a:extLst>
              <a:ext uri="{FF2B5EF4-FFF2-40B4-BE49-F238E27FC236}">
                <a16:creationId xmlns:a16="http://schemas.microsoft.com/office/drawing/2014/main" id="{62A77D0C-E462-08B0-9D09-509C5BE2A8F6}"/>
              </a:ext>
            </a:extLst>
          </p:cNvPr>
          <p:cNvSpPr/>
          <p:nvPr/>
        </p:nvSpPr>
        <p:spPr>
          <a:xfrm>
            <a:off x="10485670" y="3446039"/>
            <a:ext cx="1461060" cy="672857"/>
          </a:xfrm>
          <a:prstGeom prst="ellipse">
            <a:avLst/>
          </a:prstGeom>
          <a:ln/>
        </p:spPr>
        <p:style>
          <a:lnRef idx="3">
            <a:schemeClr val="lt1"/>
          </a:lnRef>
          <a:fillRef idx="1">
            <a:schemeClr val="accent4"/>
          </a:fillRef>
          <a:effectRef idx="1">
            <a:schemeClr val="accent4"/>
          </a:effectRef>
          <a:fontRef idx="minor">
            <a:schemeClr val="lt1"/>
          </a:fontRef>
        </p:style>
        <p:txBody>
          <a:bodyPr lIns="163288" tIns="163288" rIns="163288" bIns="163288" rtlCol="0" anchor="ctr"/>
          <a:lstStyle/>
          <a:p>
            <a:pPr algn="ctr" defTabSz="829544">
              <a:buClr>
                <a:srgbClr val="FF8200"/>
              </a:buClr>
            </a:pPr>
            <a:r>
              <a:rPr lang="en-GB" sz="1270">
                <a:solidFill>
                  <a:srgbClr val="FFFFFF"/>
                </a:solidFill>
                <a:latin typeface="Arial"/>
              </a:rPr>
              <a:t>Power BI</a:t>
            </a:r>
          </a:p>
        </p:txBody>
      </p:sp>
      <p:sp>
        <p:nvSpPr>
          <p:cNvPr id="26" name="Oval 25">
            <a:extLst>
              <a:ext uri="{FF2B5EF4-FFF2-40B4-BE49-F238E27FC236}">
                <a16:creationId xmlns:a16="http://schemas.microsoft.com/office/drawing/2014/main" id="{9EBBE6FD-19B3-3469-2806-3E102E3710DD}"/>
              </a:ext>
            </a:extLst>
          </p:cNvPr>
          <p:cNvSpPr/>
          <p:nvPr/>
        </p:nvSpPr>
        <p:spPr>
          <a:xfrm>
            <a:off x="6706850" y="3740959"/>
            <a:ext cx="1373264" cy="5563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63288" tIns="163288" rIns="163288" bIns="163288" rtlCol="0" anchor="ctr"/>
          <a:lstStyle/>
          <a:p>
            <a:pPr algn="ctr" defTabSz="829544">
              <a:buClr>
                <a:srgbClr val="FF8200"/>
              </a:buClr>
            </a:pPr>
            <a:r>
              <a:rPr lang="en-GB" sz="1089">
                <a:solidFill>
                  <a:srgbClr val="3C3C3C"/>
                </a:solidFill>
                <a:latin typeface="Arial"/>
              </a:rPr>
              <a:t>Finance</a:t>
            </a:r>
          </a:p>
        </p:txBody>
      </p:sp>
      <p:cxnSp>
        <p:nvCxnSpPr>
          <p:cNvPr id="31" name="Straight Connector 30">
            <a:extLst>
              <a:ext uri="{FF2B5EF4-FFF2-40B4-BE49-F238E27FC236}">
                <a16:creationId xmlns:a16="http://schemas.microsoft.com/office/drawing/2014/main" id="{A11BE44E-568B-8C5D-7541-E407C7C92E1F}"/>
              </a:ext>
            </a:extLst>
          </p:cNvPr>
          <p:cNvCxnSpPr>
            <a:cxnSpLocks/>
            <a:stCxn id="26" idx="6"/>
            <a:endCxn id="3" idx="2"/>
          </p:cNvCxnSpPr>
          <p:nvPr/>
        </p:nvCxnSpPr>
        <p:spPr>
          <a:xfrm flipV="1">
            <a:off x="8080114" y="3782469"/>
            <a:ext cx="645259" cy="236651"/>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
        <p:nvSpPr>
          <p:cNvPr id="5" name="Oval 4">
            <a:extLst>
              <a:ext uri="{FF2B5EF4-FFF2-40B4-BE49-F238E27FC236}">
                <a16:creationId xmlns:a16="http://schemas.microsoft.com/office/drawing/2014/main" id="{23CF8636-9504-4767-2356-35FE58068111}"/>
              </a:ext>
            </a:extLst>
          </p:cNvPr>
          <p:cNvSpPr/>
          <p:nvPr/>
        </p:nvSpPr>
        <p:spPr>
          <a:xfrm>
            <a:off x="6671232" y="4470896"/>
            <a:ext cx="1373264" cy="55632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lIns="163288" tIns="163288" rIns="163288" bIns="163288" rtlCol="0" anchor="ctr"/>
          <a:lstStyle/>
          <a:p>
            <a:pPr algn="ctr" defTabSz="829544">
              <a:buClr>
                <a:srgbClr val="FF8200"/>
              </a:buClr>
            </a:pPr>
            <a:r>
              <a:rPr lang="en-GB" sz="1089">
                <a:solidFill>
                  <a:srgbClr val="3C3C3C"/>
                </a:solidFill>
                <a:latin typeface="Arial"/>
              </a:rPr>
              <a:t>InfoSec</a:t>
            </a:r>
          </a:p>
        </p:txBody>
      </p:sp>
      <p:cxnSp>
        <p:nvCxnSpPr>
          <p:cNvPr id="9" name="Straight Connector 8">
            <a:extLst>
              <a:ext uri="{FF2B5EF4-FFF2-40B4-BE49-F238E27FC236}">
                <a16:creationId xmlns:a16="http://schemas.microsoft.com/office/drawing/2014/main" id="{56D0C471-9667-0118-99A5-1BD85773CF6A}"/>
              </a:ext>
            </a:extLst>
          </p:cNvPr>
          <p:cNvCxnSpPr>
            <a:cxnSpLocks/>
            <a:stCxn id="5" idx="6"/>
            <a:endCxn id="3" idx="2"/>
          </p:cNvCxnSpPr>
          <p:nvPr/>
        </p:nvCxnSpPr>
        <p:spPr>
          <a:xfrm flipV="1">
            <a:off x="8044496" y="3782469"/>
            <a:ext cx="680877" cy="966588"/>
          </a:xfrm>
          <a:prstGeom prst="line">
            <a:avLst/>
          </a:prstGeom>
          <a:ln w="3175">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54393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96417C-1D0A-833B-3B93-410AAA587125}"/>
              </a:ext>
            </a:extLst>
          </p:cNvPr>
          <p:cNvSpPr>
            <a:spLocks noGrp="1"/>
          </p:cNvSpPr>
          <p:nvPr>
            <p:ph type="title"/>
          </p:nvPr>
        </p:nvSpPr>
        <p:spPr/>
        <p:txBody>
          <a:bodyPr/>
          <a:lstStyle/>
          <a:p>
            <a:r>
              <a:rPr lang="en-GB"/>
              <a:t>Implementing security and protection in data cycle</a:t>
            </a:r>
          </a:p>
        </p:txBody>
      </p:sp>
      <p:sp>
        <p:nvSpPr>
          <p:cNvPr id="4" name="Slide Number Placeholder 3">
            <a:extLst>
              <a:ext uri="{FF2B5EF4-FFF2-40B4-BE49-F238E27FC236}">
                <a16:creationId xmlns:a16="http://schemas.microsoft.com/office/drawing/2014/main" id="{6829EAF6-8A80-7C51-10EF-E334A1528FA4}"/>
              </a:ext>
            </a:extLst>
          </p:cNvPr>
          <p:cNvSpPr>
            <a:spLocks noGrp="1"/>
          </p:cNvSpPr>
          <p:nvPr>
            <p:ph type="sldNum" sz="quarter" idx="12"/>
          </p:nvPr>
        </p:nvSpPr>
        <p:spPr/>
        <p:txBody>
          <a:bodyPr/>
          <a:lstStyle/>
          <a:p>
            <a:pPr defTabSz="829544">
              <a:buClr>
                <a:srgbClr val="FF8200"/>
              </a:buClr>
            </a:pPr>
            <a:fld id="{C1FF6DA9-008F-8B48-92A6-B652298478BF}" type="slidenum">
              <a:rPr lang="en-US">
                <a:solidFill>
                  <a:srgbClr val="3C3C3C"/>
                </a:solidFill>
                <a:latin typeface="Arial"/>
              </a:rPr>
              <a:pPr defTabSz="829544">
                <a:buClr>
                  <a:srgbClr val="FF8200"/>
                </a:buClr>
              </a:pPr>
              <a:t>4</a:t>
            </a:fld>
            <a:endParaRPr lang="en-US">
              <a:solidFill>
                <a:srgbClr val="3C3C3C"/>
              </a:solidFill>
              <a:latin typeface="Arial"/>
            </a:endParaRPr>
          </a:p>
        </p:txBody>
      </p:sp>
      <p:graphicFrame>
        <p:nvGraphicFramePr>
          <p:cNvPr id="5" name="Diagram 4">
            <a:extLst>
              <a:ext uri="{FF2B5EF4-FFF2-40B4-BE49-F238E27FC236}">
                <a16:creationId xmlns:a16="http://schemas.microsoft.com/office/drawing/2014/main" id="{02277ED6-F719-3277-E27C-4ED319E2E2BD}"/>
              </a:ext>
            </a:extLst>
          </p:cNvPr>
          <p:cNvGraphicFramePr/>
          <p:nvPr/>
        </p:nvGraphicFramePr>
        <p:xfrm>
          <a:off x="872385" y="1095052"/>
          <a:ext cx="9995828" cy="323497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0" name="Arrow: Down 9">
            <a:extLst>
              <a:ext uri="{FF2B5EF4-FFF2-40B4-BE49-F238E27FC236}">
                <a16:creationId xmlns:a16="http://schemas.microsoft.com/office/drawing/2014/main" id="{981B16AC-C47D-A5D6-5A86-FCBE85D2B9B7}"/>
              </a:ext>
            </a:extLst>
          </p:cNvPr>
          <p:cNvSpPr/>
          <p:nvPr/>
        </p:nvSpPr>
        <p:spPr>
          <a:xfrm rot="10800000">
            <a:off x="3518402" y="3544929"/>
            <a:ext cx="832869" cy="708836"/>
          </a:xfrm>
          <a:prstGeom prst="downArrow">
            <a:avLst/>
          </a:prstGeom>
          <a:ln/>
        </p:spPr>
        <p:style>
          <a:lnRef idx="2">
            <a:schemeClr val="accent1"/>
          </a:lnRef>
          <a:fillRef idx="1">
            <a:schemeClr val="lt1"/>
          </a:fillRef>
          <a:effectRef idx="0">
            <a:schemeClr val="accent1"/>
          </a:effectRef>
          <a:fontRef idx="minor">
            <a:schemeClr val="dk1"/>
          </a:fontRef>
        </p:style>
        <p:txBody>
          <a:bodyPr vert="horz" lIns="163288" tIns="163288" rIns="163288" bIns="163288" rtlCol="0" anchor="ctr"/>
          <a:lstStyle/>
          <a:p>
            <a:pPr algn="ctr" defTabSz="829544">
              <a:buClr>
                <a:srgbClr val="FF8200"/>
              </a:buClr>
            </a:pPr>
            <a:endParaRPr lang="en-GB" sz="998">
              <a:solidFill>
                <a:srgbClr val="3C3C3C"/>
              </a:solidFill>
              <a:latin typeface="Arial"/>
            </a:endParaRPr>
          </a:p>
        </p:txBody>
      </p:sp>
      <p:sp>
        <p:nvSpPr>
          <p:cNvPr id="3" name="TextBox 2">
            <a:extLst>
              <a:ext uri="{FF2B5EF4-FFF2-40B4-BE49-F238E27FC236}">
                <a16:creationId xmlns:a16="http://schemas.microsoft.com/office/drawing/2014/main" id="{280F9667-90A1-A034-108D-40BF801281AE}"/>
              </a:ext>
            </a:extLst>
          </p:cNvPr>
          <p:cNvSpPr txBox="1"/>
          <p:nvPr/>
        </p:nvSpPr>
        <p:spPr>
          <a:xfrm>
            <a:off x="3180740" y="4252912"/>
            <a:ext cx="1508191" cy="1483527"/>
          </a:xfrm>
          <a:prstGeom prst="round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ctr" defTabSz="829544">
              <a:buClr>
                <a:srgbClr val="FF8200"/>
              </a:buClr>
            </a:pPr>
            <a:r>
              <a:rPr lang="en-GB" sz="1089">
                <a:solidFill>
                  <a:srgbClr val="3C3C3C"/>
                </a:solidFill>
                <a:latin typeface="Arial"/>
              </a:rPr>
              <a:t>Implemented in pipeline before ingested into NDP.</a:t>
            </a:r>
          </a:p>
          <a:p>
            <a:pPr algn="ctr" defTabSz="829544">
              <a:buClr>
                <a:srgbClr val="FF8200"/>
              </a:buClr>
            </a:pPr>
            <a:endParaRPr lang="en-GB" sz="1089">
              <a:solidFill>
                <a:srgbClr val="3C3C3C"/>
              </a:solidFill>
              <a:latin typeface="Arial"/>
            </a:endParaRPr>
          </a:p>
          <a:p>
            <a:pPr algn="ctr" defTabSz="829544">
              <a:buClr>
                <a:srgbClr val="FF8200"/>
              </a:buClr>
            </a:pPr>
            <a:r>
              <a:rPr lang="en-GB" sz="1089">
                <a:solidFill>
                  <a:srgbClr val="3C3C3C"/>
                </a:solidFill>
                <a:latin typeface="Arial"/>
              </a:rPr>
              <a:t>Only Data Owner &amp; Steward would have access.</a:t>
            </a:r>
          </a:p>
          <a:p>
            <a:pPr algn="ctr" defTabSz="829544">
              <a:buClr>
                <a:srgbClr val="FF8200"/>
              </a:buClr>
            </a:pPr>
            <a:endParaRPr lang="en-GB" sz="1089">
              <a:solidFill>
                <a:srgbClr val="3C3C3C"/>
              </a:solidFill>
              <a:latin typeface="Arial"/>
            </a:endParaRPr>
          </a:p>
        </p:txBody>
      </p:sp>
      <p:sp>
        <p:nvSpPr>
          <p:cNvPr id="6" name="TextBox 5">
            <a:extLst>
              <a:ext uri="{FF2B5EF4-FFF2-40B4-BE49-F238E27FC236}">
                <a16:creationId xmlns:a16="http://schemas.microsoft.com/office/drawing/2014/main" id="{AA4B3711-37CD-7AD1-0DE1-9F505BC9EDC9}"/>
              </a:ext>
            </a:extLst>
          </p:cNvPr>
          <p:cNvSpPr txBox="1"/>
          <p:nvPr/>
        </p:nvSpPr>
        <p:spPr>
          <a:xfrm>
            <a:off x="5125858" y="4266503"/>
            <a:ext cx="1508191" cy="1483527"/>
          </a:xfrm>
          <a:prstGeom prst="round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ctr" defTabSz="829544">
              <a:buClr>
                <a:srgbClr val="FF8200"/>
              </a:buClr>
            </a:pPr>
            <a:r>
              <a:rPr lang="en-GB" sz="1089">
                <a:solidFill>
                  <a:srgbClr val="3C3C3C"/>
                </a:solidFill>
                <a:latin typeface="Arial"/>
              </a:rPr>
              <a:t>Implemented once data has been ingested in NDP.</a:t>
            </a:r>
          </a:p>
          <a:p>
            <a:pPr algn="ctr" defTabSz="829544">
              <a:buClr>
                <a:srgbClr val="FF8200"/>
              </a:buClr>
            </a:pPr>
            <a:endParaRPr lang="en-GB" sz="1089">
              <a:solidFill>
                <a:srgbClr val="3C3C3C"/>
              </a:solidFill>
              <a:latin typeface="Arial"/>
            </a:endParaRPr>
          </a:p>
          <a:p>
            <a:pPr algn="ctr" defTabSz="829544">
              <a:buClr>
                <a:srgbClr val="FF8200"/>
              </a:buClr>
            </a:pPr>
            <a:r>
              <a:rPr lang="en-GB" sz="1089">
                <a:solidFill>
                  <a:srgbClr val="3C3C3C"/>
                </a:solidFill>
                <a:latin typeface="Arial"/>
              </a:rPr>
              <a:t>Data Engineer would have access to ingested data.</a:t>
            </a:r>
          </a:p>
          <a:p>
            <a:pPr algn="ctr" defTabSz="829544">
              <a:buClr>
                <a:srgbClr val="FF8200"/>
              </a:buClr>
            </a:pPr>
            <a:endParaRPr lang="en-GB" sz="1089">
              <a:solidFill>
                <a:srgbClr val="3C3C3C"/>
              </a:solidFill>
              <a:latin typeface="Arial"/>
            </a:endParaRPr>
          </a:p>
        </p:txBody>
      </p:sp>
      <p:sp>
        <p:nvSpPr>
          <p:cNvPr id="7" name="TextBox 6">
            <a:extLst>
              <a:ext uri="{FF2B5EF4-FFF2-40B4-BE49-F238E27FC236}">
                <a16:creationId xmlns:a16="http://schemas.microsoft.com/office/drawing/2014/main" id="{5AA6E469-C62D-4FE9-E2FA-EC53AEFE5BB3}"/>
              </a:ext>
            </a:extLst>
          </p:cNvPr>
          <p:cNvSpPr txBox="1"/>
          <p:nvPr/>
        </p:nvSpPr>
        <p:spPr>
          <a:xfrm>
            <a:off x="8808020" y="4252912"/>
            <a:ext cx="1607929" cy="1654379"/>
          </a:xfrm>
          <a:prstGeom prst="roundRect">
            <a:avLst/>
          </a:prstGeom>
        </p:spPr>
        <p:style>
          <a:lnRef idx="2">
            <a:schemeClr val="accent1"/>
          </a:lnRef>
          <a:fillRef idx="1">
            <a:schemeClr val="lt1"/>
          </a:fillRef>
          <a:effectRef idx="0">
            <a:schemeClr val="accent1"/>
          </a:effectRef>
          <a:fontRef idx="minor">
            <a:schemeClr val="dk1"/>
          </a:fontRef>
        </p:style>
        <p:txBody>
          <a:bodyPr wrap="square" lIns="0" tIns="0" rIns="0" bIns="0" rtlCol="0">
            <a:spAutoFit/>
          </a:bodyPr>
          <a:lstStyle/>
          <a:p>
            <a:pPr algn="ctr" defTabSz="829544">
              <a:buClr>
                <a:srgbClr val="FF8200"/>
              </a:buClr>
            </a:pPr>
            <a:r>
              <a:rPr lang="en-GB" sz="1089">
                <a:solidFill>
                  <a:srgbClr val="3C3C3C"/>
                </a:solidFill>
                <a:latin typeface="Arial"/>
              </a:rPr>
              <a:t>Use RBAC</a:t>
            </a:r>
          </a:p>
          <a:p>
            <a:pPr algn="ctr" defTabSz="829544">
              <a:buClr>
                <a:srgbClr val="FF8200"/>
              </a:buClr>
            </a:pPr>
            <a:r>
              <a:rPr lang="en-GB" sz="1089">
                <a:solidFill>
                  <a:srgbClr val="3C3C3C"/>
                </a:solidFill>
                <a:latin typeface="Arial"/>
              </a:rPr>
              <a:t>(role-based access controls)</a:t>
            </a:r>
          </a:p>
          <a:p>
            <a:pPr algn="ctr" defTabSz="829544">
              <a:buClr>
                <a:srgbClr val="FF8200"/>
              </a:buClr>
            </a:pPr>
            <a:endParaRPr lang="en-GB" sz="1089">
              <a:solidFill>
                <a:srgbClr val="3C3C3C"/>
              </a:solidFill>
              <a:latin typeface="Arial"/>
            </a:endParaRPr>
          </a:p>
          <a:p>
            <a:pPr algn="ctr" defTabSz="829544">
              <a:buClr>
                <a:srgbClr val="FF8200"/>
              </a:buClr>
            </a:pPr>
            <a:r>
              <a:rPr lang="en-GB" sz="1089">
                <a:solidFill>
                  <a:srgbClr val="3C3C3C"/>
                </a:solidFill>
                <a:latin typeface="Arial"/>
              </a:rPr>
              <a:t>Specific roles are created to give certain access to reports and dashbaords.</a:t>
            </a:r>
          </a:p>
          <a:p>
            <a:pPr algn="ctr" defTabSz="829544">
              <a:buClr>
                <a:srgbClr val="FF8200"/>
              </a:buClr>
            </a:pPr>
            <a:r>
              <a:rPr lang="en-GB" sz="1089">
                <a:solidFill>
                  <a:srgbClr val="3C3C3C"/>
                </a:solidFill>
                <a:latin typeface="Arial"/>
              </a:rPr>
              <a:t> </a:t>
            </a:r>
            <a:endParaRPr lang="en-GB" sz="1089" i="1">
              <a:solidFill>
                <a:srgbClr val="3C3C3C"/>
              </a:solidFill>
              <a:latin typeface="Arial"/>
            </a:endParaRPr>
          </a:p>
        </p:txBody>
      </p:sp>
      <p:sp>
        <p:nvSpPr>
          <p:cNvPr id="8" name="Arrow: Down 7">
            <a:extLst>
              <a:ext uri="{FF2B5EF4-FFF2-40B4-BE49-F238E27FC236}">
                <a16:creationId xmlns:a16="http://schemas.microsoft.com/office/drawing/2014/main" id="{8B5644CE-CD51-361E-07CF-6298971EAB35}"/>
              </a:ext>
            </a:extLst>
          </p:cNvPr>
          <p:cNvSpPr/>
          <p:nvPr/>
        </p:nvSpPr>
        <p:spPr>
          <a:xfrm rot="10800000">
            <a:off x="9208225" y="3544928"/>
            <a:ext cx="832869" cy="708836"/>
          </a:xfrm>
          <a:prstGeom prst="downArrow">
            <a:avLst/>
          </a:prstGeom>
          <a:ln/>
        </p:spPr>
        <p:style>
          <a:lnRef idx="2">
            <a:schemeClr val="accent1"/>
          </a:lnRef>
          <a:fillRef idx="1">
            <a:schemeClr val="lt1"/>
          </a:fillRef>
          <a:effectRef idx="0">
            <a:schemeClr val="accent1"/>
          </a:effectRef>
          <a:fontRef idx="minor">
            <a:schemeClr val="dk1"/>
          </a:fontRef>
        </p:style>
        <p:txBody>
          <a:bodyPr vert="horz" lIns="163288" tIns="163288" rIns="163288" bIns="163288" rtlCol="0" anchor="ctr"/>
          <a:lstStyle/>
          <a:p>
            <a:pPr algn="ctr" defTabSz="829544">
              <a:buClr>
                <a:srgbClr val="FF8200"/>
              </a:buClr>
            </a:pPr>
            <a:endParaRPr lang="en-GB" sz="998">
              <a:solidFill>
                <a:srgbClr val="3C3C3C"/>
              </a:solidFill>
              <a:latin typeface="Arial"/>
            </a:endParaRPr>
          </a:p>
        </p:txBody>
      </p:sp>
      <p:sp>
        <p:nvSpPr>
          <p:cNvPr id="9" name="Arrow: Down 8">
            <a:extLst>
              <a:ext uri="{FF2B5EF4-FFF2-40B4-BE49-F238E27FC236}">
                <a16:creationId xmlns:a16="http://schemas.microsoft.com/office/drawing/2014/main" id="{82CB2DED-7ECE-6449-D3DE-0969E6985578}"/>
              </a:ext>
            </a:extLst>
          </p:cNvPr>
          <p:cNvSpPr/>
          <p:nvPr/>
        </p:nvSpPr>
        <p:spPr>
          <a:xfrm rot="10800000">
            <a:off x="5424072" y="3557666"/>
            <a:ext cx="832869" cy="708836"/>
          </a:xfrm>
          <a:prstGeom prst="downArrow">
            <a:avLst/>
          </a:prstGeom>
          <a:ln/>
        </p:spPr>
        <p:style>
          <a:lnRef idx="2">
            <a:schemeClr val="accent1"/>
          </a:lnRef>
          <a:fillRef idx="1">
            <a:schemeClr val="lt1"/>
          </a:fillRef>
          <a:effectRef idx="0">
            <a:schemeClr val="accent1"/>
          </a:effectRef>
          <a:fontRef idx="minor">
            <a:schemeClr val="dk1"/>
          </a:fontRef>
        </p:style>
        <p:txBody>
          <a:bodyPr vert="horz" lIns="163288" tIns="163288" rIns="163288" bIns="163288" rtlCol="0" anchor="ctr"/>
          <a:lstStyle/>
          <a:p>
            <a:pPr algn="ctr" defTabSz="829544">
              <a:buClr>
                <a:srgbClr val="FF8200"/>
              </a:buClr>
            </a:pPr>
            <a:endParaRPr lang="en-GB" sz="998">
              <a:solidFill>
                <a:srgbClr val="3C3C3C"/>
              </a:solidFill>
              <a:latin typeface="Arial"/>
            </a:endParaRPr>
          </a:p>
        </p:txBody>
      </p:sp>
    </p:spTree>
    <p:extLst>
      <p:ext uri="{BB962C8B-B14F-4D97-AF65-F5344CB8AC3E}">
        <p14:creationId xmlns:p14="http://schemas.microsoft.com/office/powerpoint/2010/main" val="3542600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53B3A8DB-7B2F-E5BA-93F4-1AF1AD791CE3}"/>
              </a:ext>
            </a:extLst>
          </p:cNvPr>
          <p:cNvSpPr>
            <a:spLocks noGrp="1"/>
          </p:cNvSpPr>
          <p:nvPr>
            <p:ph type="sldNum" sz="quarter" idx="12"/>
          </p:nvPr>
        </p:nvSpPr>
        <p:spPr>
          <a:xfrm>
            <a:off x="11551024" y="6626125"/>
            <a:ext cx="326577" cy="146963"/>
          </a:xfrm>
        </p:spPr>
        <p:txBody>
          <a:bodyPr anchor="ctr">
            <a:normAutofit/>
          </a:bodyPr>
          <a:lstStyle/>
          <a:p>
            <a:pPr>
              <a:spcAft>
                <a:spcPts val="600"/>
              </a:spcAft>
            </a:pPr>
            <a:fld id="{C1FF6DA9-008F-8B48-92A6-B652298478BF}" type="slidenum">
              <a:rPr lang="en-US" smtClean="0"/>
              <a:pPr>
                <a:spcAft>
                  <a:spcPts val="600"/>
                </a:spcAft>
              </a:pPr>
              <a:t>5</a:t>
            </a:fld>
            <a:endParaRPr lang="en-US"/>
          </a:p>
        </p:txBody>
      </p:sp>
      <p:sp>
        <p:nvSpPr>
          <p:cNvPr id="13" name="Text Placeholder 2">
            <a:extLst>
              <a:ext uri="{FF2B5EF4-FFF2-40B4-BE49-F238E27FC236}">
                <a16:creationId xmlns:a16="http://schemas.microsoft.com/office/drawing/2014/main" id="{F3DD5C18-D3ED-4EF3-C88D-EC7D0FC94B9E}"/>
              </a:ext>
            </a:extLst>
          </p:cNvPr>
          <p:cNvSpPr>
            <a:spLocks noGrp="1"/>
          </p:cNvSpPr>
          <p:nvPr>
            <p:ph type="body" sz="quarter" idx="15"/>
          </p:nvPr>
        </p:nvSpPr>
        <p:spPr>
          <a:xfrm>
            <a:off x="6293182" y="6099509"/>
            <a:ext cx="5584465" cy="130634"/>
          </a:xfrm>
        </p:spPr>
        <p:txBody>
          <a:bodyPr/>
          <a:lstStyle/>
          <a:p>
            <a:endParaRPr lang="en-US"/>
          </a:p>
        </p:txBody>
      </p:sp>
      <p:sp>
        <p:nvSpPr>
          <p:cNvPr id="15" name="Text Placeholder 3">
            <a:extLst>
              <a:ext uri="{FF2B5EF4-FFF2-40B4-BE49-F238E27FC236}">
                <a16:creationId xmlns:a16="http://schemas.microsoft.com/office/drawing/2014/main" id="{0B8923C8-1953-9E87-CFD0-899B74C858D2}"/>
              </a:ext>
            </a:extLst>
          </p:cNvPr>
          <p:cNvSpPr>
            <a:spLocks noGrp="1"/>
          </p:cNvSpPr>
          <p:nvPr>
            <p:ph type="body" sz="quarter" idx="14"/>
          </p:nvPr>
        </p:nvSpPr>
        <p:spPr>
          <a:xfrm>
            <a:off x="315625" y="6099509"/>
            <a:ext cx="5584465" cy="130634"/>
          </a:xfrm>
        </p:spPr>
        <p:txBody>
          <a:bodyPr/>
          <a:lstStyle/>
          <a:p>
            <a:endParaRPr lang="en-US"/>
          </a:p>
        </p:txBody>
      </p:sp>
      <p:pic>
        <p:nvPicPr>
          <p:cNvPr id="8" name="Picture 7">
            <a:extLst>
              <a:ext uri="{FF2B5EF4-FFF2-40B4-BE49-F238E27FC236}">
                <a16:creationId xmlns:a16="http://schemas.microsoft.com/office/drawing/2014/main" id="{6D930F85-8DF7-6672-5382-0BEC31BD6C31}"/>
              </a:ext>
            </a:extLst>
          </p:cNvPr>
          <p:cNvPicPr>
            <a:picLocks noChangeAspect="1"/>
          </p:cNvPicPr>
          <p:nvPr/>
        </p:nvPicPr>
        <p:blipFill>
          <a:blip r:embed="rId2"/>
          <a:stretch>
            <a:fillRect/>
          </a:stretch>
        </p:blipFill>
        <p:spPr>
          <a:xfrm>
            <a:off x="6293181" y="1477579"/>
            <a:ext cx="5584465" cy="3951008"/>
          </a:xfrm>
          <a:prstGeom prst="rect">
            <a:avLst/>
          </a:prstGeom>
          <a:noFill/>
        </p:spPr>
      </p:pic>
      <p:sp>
        <p:nvSpPr>
          <p:cNvPr id="3" name="Content Placeholder 2">
            <a:extLst>
              <a:ext uri="{FF2B5EF4-FFF2-40B4-BE49-F238E27FC236}">
                <a16:creationId xmlns:a16="http://schemas.microsoft.com/office/drawing/2014/main" id="{DE15E0A4-F7A7-E8A4-FC27-7624D53423E3}"/>
              </a:ext>
            </a:extLst>
          </p:cNvPr>
          <p:cNvSpPr>
            <a:spLocks noGrp="1"/>
          </p:cNvSpPr>
          <p:nvPr>
            <p:ph sz="half" idx="1"/>
          </p:nvPr>
        </p:nvSpPr>
        <p:spPr>
          <a:xfrm>
            <a:off x="316825" y="1580322"/>
            <a:ext cx="5584465" cy="4517025"/>
          </a:xfrm>
        </p:spPr>
        <p:txBody>
          <a:bodyPr anchor="t">
            <a:normAutofit/>
          </a:bodyPr>
          <a:lstStyle/>
          <a:p>
            <a:pPr fontAlgn="base">
              <a:spcAft>
                <a:spcPts val="600"/>
              </a:spcAft>
            </a:pPr>
            <a:r>
              <a:rPr lang="en-GB" b="1"/>
              <a:t>Centralised Data Governance</a:t>
            </a:r>
            <a:r>
              <a:rPr lang="en-GB"/>
              <a:t>: Manage all data assets across workspaces in a single place.</a:t>
            </a:r>
          </a:p>
          <a:p>
            <a:pPr fontAlgn="base">
              <a:spcAft>
                <a:spcPts val="600"/>
              </a:spcAft>
            </a:pPr>
            <a:r>
              <a:rPr lang="en-GB" b="1"/>
              <a:t>Authentication and authorisation: </a:t>
            </a:r>
            <a:r>
              <a:rPr lang="en-GB"/>
              <a:t>Integrates with Microsoft Entra to verify users.</a:t>
            </a:r>
          </a:p>
          <a:p>
            <a:pPr fontAlgn="base">
              <a:spcAft>
                <a:spcPts val="600"/>
              </a:spcAft>
            </a:pPr>
            <a:r>
              <a:rPr lang="en-GB" b="1"/>
              <a:t>Fine-grained Access Control</a:t>
            </a:r>
            <a:r>
              <a:rPr lang="en-GB"/>
              <a:t>: Implement role-based access control (RBAC) and attribute-based access control (ABAC) to secure data assets. </a:t>
            </a:r>
          </a:p>
          <a:p>
            <a:pPr fontAlgn="base">
              <a:spcAft>
                <a:spcPts val="600"/>
              </a:spcAft>
            </a:pPr>
            <a:r>
              <a:rPr lang="en-GB" b="1"/>
              <a:t>Enhanced Data Lineage and Auditing</a:t>
            </a:r>
            <a:r>
              <a:rPr lang="en-GB"/>
              <a:t>: Provide automated visibility into data transformations and access history. </a:t>
            </a:r>
          </a:p>
          <a:p>
            <a:endParaRPr lang="en-GB"/>
          </a:p>
        </p:txBody>
      </p:sp>
      <p:sp>
        <p:nvSpPr>
          <p:cNvPr id="17" name="Text Placeholder 6">
            <a:extLst>
              <a:ext uri="{FF2B5EF4-FFF2-40B4-BE49-F238E27FC236}">
                <a16:creationId xmlns:a16="http://schemas.microsoft.com/office/drawing/2014/main" id="{E6C75B2C-8496-5BB5-ABB8-1C5519F4B9CE}"/>
              </a:ext>
            </a:extLst>
          </p:cNvPr>
          <p:cNvSpPr>
            <a:spLocks noGrp="1"/>
          </p:cNvSpPr>
          <p:nvPr>
            <p:ph type="body" sz="quarter" idx="13"/>
          </p:nvPr>
        </p:nvSpPr>
        <p:spPr>
          <a:xfrm>
            <a:off x="316825" y="874172"/>
            <a:ext cx="11560822" cy="326585"/>
          </a:xfrm>
        </p:spPr>
        <p:txBody>
          <a:bodyPr/>
          <a:lstStyle/>
          <a:p>
            <a:r>
              <a:rPr lang="en-US"/>
              <a:t>NDP Governance</a:t>
            </a:r>
          </a:p>
        </p:txBody>
      </p:sp>
      <p:sp>
        <p:nvSpPr>
          <p:cNvPr id="2" name="Title 1">
            <a:extLst>
              <a:ext uri="{FF2B5EF4-FFF2-40B4-BE49-F238E27FC236}">
                <a16:creationId xmlns:a16="http://schemas.microsoft.com/office/drawing/2014/main" id="{85E05D37-72E6-64BE-F377-D1C86511C031}"/>
              </a:ext>
            </a:extLst>
          </p:cNvPr>
          <p:cNvSpPr>
            <a:spLocks noGrp="1"/>
          </p:cNvSpPr>
          <p:nvPr>
            <p:ph type="title"/>
          </p:nvPr>
        </p:nvSpPr>
        <p:spPr>
          <a:xfrm>
            <a:off x="316779" y="316788"/>
            <a:ext cx="11560822" cy="489870"/>
          </a:xfrm>
        </p:spPr>
        <p:txBody>
          <a:bodyPr anchor="t">
            <a:normAutofit/>
          </a:bodyPr>
          <a:lstStyle/>
          <a:p>
            <a:r>
              <a:rPr lang="en-GB"/>
              <a:t>Unity Catalog</a:t>
            </a:r>
          </a:p>
        </p:txBody>
      </p:sp>
    </p:spTree>
    <p:extLst>
      <p:ext uri="{BB962C8B-B14F-4D97-AF65-F5344CB8AC3E}">
        <p14:creationId xmlns:p14="http://schemas.microsoft.com/office/powerpoint/2010/main" val="132140258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C4C691F-50F0-4DE7-D293-CB56C9169945}"/>
              </a:ext>
            </a:extLst>
          </p:cNvPr>
          <p:cNvSpPr>
            <a:spLocks noGrp="1"/>
          </p:cNvSpPr>
          <p:nvPr>
            <p:ph type="sldNum" sz="quarter" idx="12"/>
          </p:nvPr>
        </p:nvSpPr>
        <p:spPr/>
        <p:txBody>
          <a:bodyPr/>
          <a:lstStyle/>
          <a:p>
            <a:pPr defTabSz="829544">
              <a:buClr>
                <a:srgbClr val="FF8200"/>
              </a:buClr>
            </a:pPr>
            <a:fld id="{C30A1311-C316-4992-B31B-E2EB28E45515}" type="slidenum">
              <a:rPr lang="en-GB">
                <a:solidFill>
                  <a:srgbClr val="3C3C3C"/>
                </a:solidFill>
                <a:latin typeface="Arial"/>
              </a:rPr>
              <a:pPr defTabSz="829544">
                <a:buClr>
                  <a:srgbClr val="FF8200"/>
                </a:buClr>
              </a:pPr>
              <a:t>6</a:t>
            </a:fld>
            <a:endParaRPr lang="en-GB">
              <a:solidFill>
                <a:srgbClr val="3C3C3C"/>
              </a:solidFill>
              <a:latin typeface="Arial"/>
            </a:endParaRPr>
          </a:p>
        </p:txBody>
      </p:sp>
      <p:sp>
        <p:nvSpPr>
          <p:cNvPr id="3" name="Text Placeholder 2">
            <a:extLst>
              <a:ext uri="{FF2B5EF4-FFF2-40B4-BE49-F238E27FC236}">
                <a16:creationId xmlns:a16="http://schemas.microsoft.com/office/drawing/2014/main" id="{4373D27A-5905-6CF7-951D-96BE1B842065}"/>
              </a:ext>
            </a:extLst>
          </p:cNvPr>
          <p:cNvSpPr>
            <a:spLocks noGrp="1"/>
          </p:cNvSpPr>
          <p:nvPr>
            <p:ph type="body" sz="quarter" idx="14"/>
          </p:nvPr>
        </p:nvSpPr>
        <p:spPr/>
        <p:txBody>
          <a:bodyPr/>
          <a:lstStyle/>
          <a:p>
            <a:endParaRPr lang="en-GB"/>
          </a:p>
        </p:txBody>
      </p:sp>
      <p:sp>
        <p:nvSpPr>
          <p:cNvPr id="4" name="Content Placeholder 3">
            <a:extLst>
              <a:ext uri="{FF2B5EF4-FFF2-40B4-BE49-F238E27FC236}">
                <a16:creationId xmlns:a16="http://schemas.microsoft.com/office/drawing/2014/main" id="{72FC1AA4-BBED-FFB8-A65E-0134D61E7D39}"/>
              </a:ext>
            </a:extLst>
          </p:cNvPr>
          <p:cNvSpPr>
            <a:spLocks noGrp="1"/>
          </p:cNvSpPr>
          <p:nvPr>
            <p:ph idx="1"/>
          </p:nvPr>
        </p:nvSpPr>
        <p:spPr>
          <a:xfrm>
            <a:off x="316826" y="993673"/>
            <a:ext cx="11559622" cy="5103604"/>
          </a:xfrm>
        </p:spPr>
        <p:txBody>
          <a:bodyPr/>
          <a:lstStyle/>
          <a:p>
            <a:pPr>
              <a:spcAft>
                <a:spcPts val="1200"/>
              </a:spcAft>
            </a:pPr>
            <a:r>
              <a:rPr lang="en-GB" sz="2400" b="1">
                <a:solidFill>
                  <a:schemeClr val="bg2">
                    <a:lumMod val="10000"/>
                  </a:schemeClr>
                </a:solidFill>
              </a:rPr>
              <a:t>Sensitivity</a:t>
            </a:r>
            <a:r>
              <a:rPr lang="en-GB" sz="2400">
                <a:solidFill>
                  <a:schemeClr val="bg2">
                    <a:lumMod val="10000"/>
                  </a:schemeClr>
                </a:solidFill>
              </a:rPr>
              <a:t> - Data can be encrypted easily – if necessary, even at ingestion so the developers can’t view sensitive information</a:t>
            </a:r>
          </a:p>
          <a:p>
            <a:pPr>
              <a:spcAft>
                <a:spcPts val="1200"/>
              </a:spcAft>
            </a:pPr>
            <a:r>
              <a:rPr lang="en-GB" sz="2400" b="1">
                <a:solidFill>
                  <a:schemeClr val="bg2">
                    <a:lumMod val="10000"/>
                  </a:schemeClr>
                </a:solidFill>
              </a:rPr>
              <a:t>Depth of Data and Insights </a:t>
            </a:r>
            <a:r>
              <a:rPr lang="en-GB" sz="2400">
                <a:solidFill>
                  <a:schemeClr val="bg2">
                    <a:lumMod val="10000"/>
                  </a:schemeClr>
                </a:solidFill>
              </a:rPr>
              <a:t>- Greater access to data allows investigation of previously unused data points</a:t>
            </a:r>
          </a:p>
          <a:p>
            <a:pPr>
              <a:spcAft>
                <a:spcPts val="1200"/>
              </a:spcAft>
            </a:pPr>
            <a:r>
              <a:rPr lang="en-GB" sz="2400" b="1">
                <a:solidFill>
                  <a:schemeClr val="bg2">
                    <a:lumMod val="10000"/>
                  </a:schemeClr>
                </a:solidFill>
              </a:rPr>
              <a:t>Cost and Flexibility </a:t>
            </a:r>
            <a:r>
              <a:rPr lang="en-GB" sz="2400">
                <a:solidFill>
                  <a:schemeClr val="bg2">
                    <a:lumMod val="10000"/>
                  </a:schemeClr>
                </a:solidFill>
              </a:rPr>
              <a:t>- One, DACI owned, location allows more dynamism at lower costs in our reporting, modelling and insight approach</a:t>
            </a:r>
          </a:p>
          <a:p>
            <a:pPr>
              <a:spcAft>
                <a:spcPts val="1200"/>
              </a:spcAft>
            </a:pPr>
            <a:r>
              <a:rPr lang="en-GB" sz="2400" b="1">
                <a:solidFill>
                  <a:schemeClr val="bg2">
                    <a:lumMod val="10000"/>
                  </a:schemeClr>
                </a:solidFill>
              </a:rPr>
              <a:t>Data Governance and Quality </a:t>
            </a:r>
            <a:r>
              <a:rPr lang="en-GB" sz="2400">
                <a:solidFill>
                  <a:schemeClr val="bg2">
                    <a:lumMod val="10000"/>
                  </a:schemeClr>
                </a:solidFill>
              </a:rPr>
              <a:t>- Data Governance has been a major concern in the past due to fragmented data storage and lack of ownership, one central platform would address this</a:t>
            </a:r>
          </a:p>
          <a:p>
            <a:endParaRPr lang="en-GB">
              <a:solidFill>
                <a:schemeClr val="bg2">
                  <a:lumMod val="10000"/>
                </a:schemeClr>
              </a:solidFill>
            </a:endParaRPr>
          </a:p>
        </p:txBody>
      </p:sp>
      <p:sp>
        <p:nvSpPr>
          <p:cNvPr id="6" name="Title 5">
            <a:extLst>
              <a:ext uri="{FF2B5EF4-FFF2-40B4-BE49-F238E27FC236}">
                <a16:creationId xmlns:a16="http://schemas.microsoft.com/office/drawing/2014/main" id="{4315143D-362C-D1AB-2CF3-78CCA9BFBE42}"/>
              </a:ext>
            </a:extLst>
          </p:cNvPr>
          <p:cNvSpPr>
            <a:spLocks noGrp="1"/>
          </p:cNvSpPr>
          <p:nvPr>
            <p:ph type="title"/>
          </p:nvPr>
        </p:nvSpPr>
        <p:spPr/>
        <p:txBody>
          <a:bodyPr/>
          <a:lstStyle/>
          <a:p>
            <a:r>
              <a:rPr lang="en-GB"/>
              <a:t>Long Term Benefits</a:t>
            </a:r>
          </a:p>
        </p:txBody>
      </p:sp>
    </p:spTree>
    <p:extLst>
      <p:ext uri="{BB962C8B-B14F-4D97-AF65-F5344CB8AC3E}">
        <p14:creationId xmlns:p14="http://schemas.microsoft.com/office/powerpoint/2010/main" val="58089975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9D97F96-B199-9C7A-9A02-82E0C496FC9F}"/>
              </a:ext>
            </a:extLst>
          </p:cNvPr>
          <p:cNvSpPr>
            <a:spLocks noGrp="1"/>
          </p:cNvSpPr>
          <p:nvPr>
            <p:ph type="sldNum" sz="quarter" idx="12"/>
          </p:nvPr>
        </p:nvSpPr>
        <p:spPr/>
        <p:txBody>
          <a:bodyPr/>
          <a:lstStyle/>
          <a:p>
            <a:pPr defTabSz="829544">
              <a:buClr>
                <a:srgbClr val="FF8200"/>
              </a:buClr>
            </a:pPr>
            <a:fld id="{C1FF6DA9-008F-8B48-92A6-B652298478BF}" type="slidenum">
              <a:rPr lang="en-US">
                <a:latin typeface="Arial"/>
              </a:rPr>
              <a:pPr defTabSz="829544">
                <a:buClr>
                  <a:srgbClr val="FF8200"/>
                </a:buClr>
              </a:pPr>
              <a:t>7</a:t>
            </a:fld>
            <a:endParaRPr lang="en-US">
              <a:latin typeface="Arial"/>
            </a:endParaRPr>
          </a:p>
        </p:txBody>
      </p:sp>
      <p:sp>
        <p:nvSpPr>
          <p:cNvPr id="6" name="Text Placeholder 5">
            <a:extLst>
              <a:ext uri="{FF2B5EF4-FFF2-40B4-BE49-F238E27FC236}">
                <a16:creationId xmlns:a16="http://schemas.microsoft.com/office/drawing/2014/main" id="{3014D673-1559-F27B-847E-556B57D5F10A}"/>
              </a:ext>
            </a:extLst>
          </p:cNvPr>
          <p:cNvSpPr>
            <a:spLocks noGrp="1"/>
          </p:cNvSpPr>
          <p:nvPr>
            <p:ph type="body" idx="1"/>
          </p:nvPr>
        </p:nvSpPr>
        <p:spPr/>
        <p:txBody>
          <a:bodyPr/>
          <a:lstStyle/>
          <a:p>
            <a:endParaRPr lang="en-GB"/>
          </a:p>
        </p:txBody>
      </p:sp>
      <p:sp>
        <p:nvSpPr>
          <p:cNvPr id="5" name="Title 4">
            <a:extLst>
              <a:ext uri="{FF2B5EF4-FFF2-40B4-BE49-F238E27FC236}">
                <a16:creationId xmlns:a16="http://schemas.microsoft.com/office/drawing/2014/main" id="{8493815F-F2F2-1D88-BCAD-3FBFF9A0E4DF}"/>
              </a:ext>
            </a:extLst>
          </p:cNvPr>
          <p:cNvSpPr>
            <a:spLocks noGrp="1"/>
          </p:cNvSpPr>
          <p:nvPr>
            <p:ph type="title"/>
          </p:nvPr>
        </p:nvSpPr>
        <p:spPr/>
        <p:txBody>
          <a:bodyPr/>
          <a:lstStyle/>
          <a:p>
            <a:r>
              <a:rPr lang="en-GB"/>
              <a:t>Appendix</a:t>
            </a:r>
          </a:p>
        </p:txBody>
      </p:sp>
    </p:spTree>
    <p:extLst>
      <p:ext uri="{BB962C8B-B14F-4D97-AF65-F5344CB8AC3E}">
        <p14:creationId xmlns:p14="http://schemas.microsoft.com/office/powerpoint/2010/main" val="32129066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D34190-6E73-3259-DAAE-5B82B9CB366D}"/>
              </a:ext>
            </a:extLst>
          </p:cNvPr>
          <p:cNvSpPr>
            <a:spLocks noGrp="1"/>
          </p:cNvSpPr>
          <p:nvPr>
            <p:ph type="title"/>
          </p:nvPr>
        </p:nvSpPr>
        <p:spPr/>
        <p:txBody>
          <a:bodyPr/>
          <a:lstStyle/>
          <a:p>
            <a:r>
              <a:rPr lang="en-GB">
                <a:cs typeface="Arial"/>
              </a:rPr>
              <a:t>NDP High Level Architecture</a:t>
            </a:r>
            <a:endParaRPr lang="en-US"/>
          </a:p>
        </p:txBody>
      </p:sp>
      <p:sp>
        <p:nvSpPr>
          <p:cNvPr id="4" name="Slide Number Placeholder 3">
            <a:extLst>
              <a:ext uri="{FF2B5EF4-FFF2-40B4-BE49-F238E27FC236}">
                <a16:creationId xmlns:a16="http://schemas.microsoft.com/office/drawing/2014/main" id="{39AD8D5E-58C3-7E57-ABE3-710FCD6E3300}"/>
              </a:ext>
            </a:extLst>
          </p:cNvPr>
          <p:cNvSpPr>
            <a:spLocks noGrp="1"/>
          </p:cNvSpPr>
          <p:nvPr>
            <p:ph type="sldNum" sz="quarter" idx="12"/>
          </p:nvPr>
        </p:nvSpPr>
        <p:spPr/>
        <p:txBody>
          <a:bodyPr/>
          <a:lstStyle/>
          <a:p>
            <a:pPr defTabSz="829544">
              <a:buClr>
                <a:srgbClr val="FF8200"/>
              </a:buClr>
            </a:pPr>
            <a:fld id="{C1FF6DA9-008F-8B48-92A6-B652298478BF}" type="slidenum">
              <a:rPr lang="en-US">
                <a:solidFill>
                  <a:srgbClr val="3C3C3C"/>
                </a:solidFill>
                <a:latin typeface="Arial"/>
              </a:rPr>
              <a:pPr defTabSz="829544">
                <a:buClr>
                  <a:srgbClr val="FF8200"/>
                </a:buClr>
              </a:pPr>
              <a:t>8</a:t>
            </a:fld>
            <a:endParaRPr lang="en-US">
              <a:solidFill>
                <a:srgbClr val="3C3C3C"/>
              </a:solidFill>
              <a:latin typeface="Arial"/>
            </a:endParaRPr>
          </a:p>
        </p:txBody>
      </p:sp>
      <p:pic>
        <p:nvPicPr>
          <p:cNvPr id="5" name="Picture 4">
            <a:extLst>
              <a:ext uri="{FF2B5EF4-FFF2-40B4-BE49-F238E27FC236}">
                <a16:creationId xmlns:a16="http://schemas.microsoft.com/office/drawing/2014/main" id="{A8587506-5A69-03ED-68DA-AC93CAFEB1CA}"/>
              </a:ext>
            </a:extLst>
          </p:cNvPr>
          <p:cNvPicPr>
            <a:picLocks noChangeAspect="1"/>
          </p:cNvPicPr>
          <p:nvPr/>
        </p:nvPicPr>
        <p:blipFill>
          <a:blip r:embed="rId3"/>
          <a:stretch>
            <a:fillRect/>
          </a:stretch>
        </p:blipFill>
        <p:spPr>
          <a:xfrm>
            <a:off x="666850" y="1114738"/>
            <a:ext cx="9763554" cy="5205238"/>
          </a:xfrm>
          <a:prstGeom prst="rect">
            <a:avLst/>
          </a:prstGeom>
        </p:spPr>
      </p:pic>
    </p:spTree>
    <p:extLst>
      <p:ext uri="{BB962C8B-B14F-4D97-AF65-F5344CB8AC3E}">
        <p14:creationId xmlns:p14="http://schemas.microsoft.com/office/powerpoint/2010/main" val="1322046506"/>
      </p:ext>
    </p:extLst>
  </p:cSld>
  <p:clrMapOvr>
    <a:masterClrMapping/>
  </p:clrMapOvr>
</p:sld>
</file>

<file path=ppt/theme/theme1.xml><?xml version="1.0" encoding="utf-8"?>
<a:theme xmlns:a="http://schemas.openxmlformats.org/drawingml/2006/main" name="Nest (Widescreen) Template">
  <a:themeElements>
    <a:clrScheme name="Nest">
      <a:dk1>
        <a:srgbClr val="3C3C3C"/>
      </a:dk1>
      <a:lt1>
        <a:srgbClr val="FFFFFF"/>
      </a:lt1>
      <a:dk2>
        <a:srgbClr val="FF8200"/>
      </a:dk2>
      <a:lt2>
        <a:srgbClr val="E6E3D9"/>
      </a:lt2>
      <a:accent1>
        <a:srgbClr val="00A0A4"/>
      </a:accent1>
      <a:accent2>
        <a:srgbClr val="00515F"/>
      </a:accent2>
      <a:accent3>
        <a:srgbClr val="C8DCFA"/>
      </a:accent3>
      <a:accent4>
        <a:srgbClr val="FF7882"/>
      </a:accent4>
      <a:accent5>
        <a:srgbClr val="792A86"/>
      </a:accent5>
      <a:accent6>
        <a:srgbClr val="E71F69"/>
      </a:accent6>
      <a:hlink>
        <a:srgbClr val="005EA5"/>
      </a:hlink>
      <a:folHlink>
        <a:srgbClr val="005EA5"/>
      </a:folHlink>
    </a:clrScheme>
    <a:fontScheme name="Nest (Arial)">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3"/>
        </a:solidFill>
        <a:ln>
          <a:noFill/>
        </a:ln>
      </a:spPr>
      <a:bodyPr lIns="180000" tIns="180000" rIns="180000" bIns="180000" rtlCol="0" anchor="ct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3175">
          <a:solidFill>
            <a:schemeClr val="tx2"/>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defRPr dirty="0" err="1" smtClean="0"/>
        </a:defPPr>
      </a:lstStyle>
    </a:txDef>
  </a:objectDefaults>
  <a:extraClrSchemeLst/>
  <a:extLst>
    <a:ext uri="{05A4C25C-085E-4340-85A3-A5531E510DB2}">
      <thm15:themeFamily xmlns:thm15="http://schemas.microsoft.com/office/thememl/2012/main" name="Nest Widescreen Template.potx" id="{F3981028-7547-4FCB-9772-2131B4342DEB}" vid="{E5594363-A033-438D-AB23-40AB269E282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C3DD2FED724AE468D482B9B39768FCF" ma:contentTypeVersion="9" ma:contentTypeDescription="Create a new document." ma:contentTypeScope="" ma:versionID="aac8c81205d5038fd3fc2fb5d9c230d1">
  <xsd:schema xmlns:xsd="http://www.w3.org/2001/XMLSchema" xmlns:xs="http://www.w3.org/2001/XMLSchema" xmlns:p="http://schemas.microsoft.com/office/2006/metadata/properties" xmlns:ns2="2911f059-9837-4af0-b3f4-3d9811d47245" xmlns:ns3="8eab4de1-83c3-4017-bda9-b6c63005f47d" targetNamespace="http://schemas.microsoft.com/office/2006/metadata/properties" ma:root="true" ma:fieldsID="b387f0a6508eb78ec38f40b645fd1306" ns2:_="" ns3:_="">
    <xsd:import namespace="2911f059-9837-4af0-b3f4-3d9811d47245"/>
    <xsd:import namespace="8eab4de1-83c3-4017-bda9-b6c63005f47d"/>
    <xsd:element name="properties">
      <xsd:complexType>
        <xsd:sequence>
          <xsd:element name="documentManagement">
            <xsd:complexType>
              <xsd:all>
                <xsd:element ref="ns2:TaxCatchAll" minOccurs="0"/>
                <xsd:element ref="ns2:TaxCatchAllLabel" minOccurs="0"/>
                <xsd:element ref="ns3:MediaServiceGenerationTime" minOccurs="0"/>
                <xsd:element ref="ns3:MediaServiceEventHashCode" minOccurs="0"/>
                <xsd:element ref="ns3:MediaServiceMetadata" minOccurs="0"/>
                <xsd:element ref="ns3:MediaServiceFastMetadata" minOccurs="0"/>
                <xsd:element ref="ns3:MediaServiceSearchProperties" minOccurs="0"/>
                <xsd:element ref="ns3:MediaServiceBillingMetadata" minOccurs="0"/>
                <xsd:element ref="ns3:MediaServiceDateTaken" minOccurs="0"/>
                <xsd:element ref="ns3:MediaServiceOCR"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11f059-9837-4af0-b3f4-3d9811d47245" elementFormDefault="qualified">
    <xsd:import namespace="http://schemas.microsoft.com/office/2006/documentManagement/types"/>
    <xsd:import namespace="http://schemas.microsoft.com/office/infopath/2007/PartnerControls"/>
    <xsd:element name="TaxCatchAll" ma:index="8" nillable="true" ma:displayName="Taxonomy Catch All Column" ma:hidden="true" ma:list="{bc385513-cf94-4d65-b28a-d5cd2734766a}" ma:internalName="TaxCatchAll" ma:showField="CatchAllData" ma:web="5798eca1-da61-4bb9-ab12-ef23e8e34ee7">
      <xsd:complexType>
        <xsd:complexContent>
          <xsd:extension base="dms:MultiChoiceLookup">
            <xsd:sequence>
              <xsd:element name="Value" type="dms:Lookup" maxOccurs="unbounded" minOccurs="0" nillable="true"/>
            </xsd:sequence>
          </xsd:extension>
        </xsd:complexContent>
      </xsd:complexType>
    </xsd:element>
    <xsd:element name="TaxCatchAllLabel" ma:index="9" nillable="true" ma:displayName="Taxonomy Catch All Column1" ma:hidden="true" ma:list="{bc385513-cf94-4d65-b28a-d5cd2734766a}" ma:internalName="TaxCatchAllLabel" ma:readOnly="true" ma:showField="CatchAllDataLabel" ma:web="5798eca1-da61-4bb9-ab12-ef23e8e34ee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eab4de1-83c3-4017-bda9-b6c63005f47d" elementFormDefault="qualified">
    <xsd:import namespace="http://schemas.microsoft.com/office/2006/documentManagement/types"/>
    <xsd:import namespace="http://schemas.microsoft.com/office/infopath/2007/PartnerControls"/>
    <xsd:element name="MediaServiceGenerationTime" ma:index="10" nillable="true" ma:displayName="MediaServiceGenerationTime" ma:hidden="true" ma:internalName="MediaServiceGenerationTime" ma:readOnly="true">
      <xsd:simpleType>
        <xsd:restriction base="dms:Text"/>
      </xsd:simpleType>
    </xsd:element>
    <xsd:element name="MediaServiceEventHashCode" ma:index="11" nillable="true" ma:displayName="MediaServiceEventHashCode" ma:hidden="true" ma:internalName="MediaServiceEventHashCode" ma:readOnly="true">
      <xsd:simpleType>
        <xsd:restriction base="dms:Text"/>
      </xsd:simpleType>
    </xsd:element>
    <xsd:element name="MediaServiceMetadata" ma:index="12" nillable="true" ma:displayName="MediaServiceMetadata" ma:hidden="true" ma:internalName="MediaServiceMetadata" ma:readOnly="true">
      <xsd:simpleType>
        <xsd:restriction base="dms:Note"/>
      </xsd:simpleType>
    </xsd:element>
    <xsd:element name="MediaServiceFastMetadata" ma:index="13" nillable="true" ma:displayName="MediaServiceFastMetadata" ma:hidden="true" ma:internalName="MediaServiceFastMetadata" ma:readOnly="true">
      <xsd:simpleType>
        <xsd:restriction base="dms:Note"/>
      </xsd:simpleType>
    </xsd:element>
    <xsd:element name="MediaServiceSearchProperties" ma:index="14" nillable="true" ma:displayName="MediaServiceSearchProperties" ma:hidden="true" ma:internalName="MediaServiceSearchProperties" ma:readOnly="true">
      <xsd:simpleType>
        <xsd:restriction base="dms:Note"/>
      </xsd:simpleType>
    </xsd:element>
    <xsd:element name="MediaServiceBillingMetadata" ma:index="15" nillable="true" ma:displayName="MediaServiceBillingMetadata" ma:hidden="true" ma:internalName="MediaServiceBillingMetadata" ma:readOnly="true">
      <xsd:simpleType>
        <xsd:restriction base="dms:Note"/>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mso-contentType ?>
<SharedContentType xmlns="Microsoft.SharePoint.Taxonomy.ContentTypeSync" SourceId="29ff4300-d6b9-4a57-b3ce-a8129b7e1b5f" ContentTypeId="0x0101" PreviousValue="false"/>
</file>

<file path=customXml/item4.xml><?xml version="1.0" encoding="utf-8"?>
<p:properties xmlns:p="http://schemas.microsoft.com/office/2006/metadata/properties" xmlns:xsi="http://www.w3.org/2001/XMLSchema-instance" xmlns:pc="http://schemas.microsoft.com/office/infopath/2007/PartnerControls">
  <documentManagement>
    <TaxCatchAll xmlns="2911f059-9837-4af0-b3f4-3d9811d47245" xsi:nil="true"/>
  </documentManagement>
</p:properties>
</file>

<file path=customXml/itemProps1.xml><?xml version="1.0" encoding="utf-8"?>
<ds:datastoreItem xmlns:ds="http://schemas.openxmlformats.org/officeDocument/2006/customXml" ds:itemID="{9EC4CEE3-3E6A-4682-9A82-5869603DAA3B}">
  <ds:schemaRefs>
    <ds:schemaRef ds:uri="2911f059-9837-4af0-b3f4-3d9811d47245"/>
    <ds:schemaRef ds:uri="8eab4de1-83c3-4017-bda9-b6c63005f47d"/>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2.xml><?xml version="1.0" encoding="utf-8"?>
<ds:datastoreItem xmlns:ds="http://schemas.openxmlformats.org/officeDocument/2006/customXml" ds:itemID="{9E5DC55F-8F15-4DC7-87C0-C8202BA48C06}">
  <ds:schemaRefs>
    <ds:schemaRef ds:uri="http://schemas.microsoft.com/sharepoint/v3/contenttype/forms"/>
  </ds:schemaRefs>
</ds:datastoreItem>
</file>

<file path=customXml/itemProps3.xml><?xml version="1.0" encoding="utf-8"?>
<ds:datastoreItem xmlns:ds="http://schemas.openxmlformats.org/officeDocument/2006/customXml" ds:itemID="{84E7624A-732E-4232-8320-960B05F5C66C}">
  <ds:schemaRefs>
    <ds:schemaRef ds:uri="Microsoft.SharePoint.Taxonomy.ContentTypeSync"/>
  </ds:schemaRefs>
</ds:datastoreItem>
</file>

<file path=customXml/itemProps4.xml><?xml version="1.0" encoding="utf-8"?>
<ds:datastoreItem xmlns:ds="http://schemas.openxmlformats.org/officeDocument/2006/customXml" ds:itemID="{50C6D407-4AE4-492A-B21A-3AFED2E7C750}">
  <ds:schemaRefs>
    <ds:schemaRef ds:uri="http://schemas.microsoft.com/office/2006/metadata/properties"/>
    <ds:schemaRef ds:uri="http://schemas.microsoft.com/office/2006/documentManagement/types"/>
    <ds:schemaRef ds:uri="http://schemas.microsoft.com/office/infopath/2007/PartnerControls"/>
    <ds:schemaRef ds:uri="2911f059-9837-4af0-b3f4-3d9811d47245"/>
    <ds:schemaRef ds:uri="http://purl.org/dc/dcmitype/"/>
    <ds:schemaRef ds:uri="http://purl.org/dc/terms/"/>
    <ds:schemaRef ds:uri="http://purl.org/dc/elements/1.1/"/>
    <ds:schemaRef ds:uri="http://schemas.openxmlformats.org/package/2006/metadata/core-properties"/>
    <ds:schemaRef ds:uri="8eab4de1-83c3-4017-bda9-b6c63005f47d"/>
    <ds:schemaRef ds:uri="http://www.w3.org/XML/1998/namespace"/>
  </ds:schemaRefs>
</ds:datastoreItem>
</file>

<file path=docMetadata/LabelInfo.xml><?xml version="1.0" encoding="utf-8"?>
<clbl:labelList xmlns:clbl="http://schemas.microsoft.com/office/2020/mipLabelMetadata">
  <clbl:label id="{644d755e-ad32-4fd1-9937-ecdb21254c0c}" enabled="1" method="Standard" siteId="{0a72f032-1d09-457e-ba02-e565695486cf}" removed="0"/>
</clbl:labelList>
</file>

<file path=docProps/app.xml><?xml version="1.0" encoding="utf-8"?>
<Properties xmlns="http://schemas.openxmlformats.org/officeDocument/2006/extended-properties" xmlns:vt="http://schemas.openxmlformats.org/officeDocument/2006/docPropsVTypes">
  <TotalTime>7</TotalTime>
  <Words>574</Words>
  <Application>Microsoft Office PowerPoint</Application>
  <PresentationFormat>Widescreen</PresentationFormat>
  <Paragraphs>78</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Aptos</vt:lpstr>
      <vt:lpstr>Arial</vt:lpstr>
      <vt:lpstr>Arial Black</vt:lpstr>
      <vt:lpstr>Nest (Widescreen) Template</vt:lpstr>
      <vt:lpstr>Nest Data Platform</vt:lpstr>
      <vt:lpstr>Data Platforms – A Place to Collate, Store and Use Data</vt:lpstr>
      <vt:lpstr>Nest Data Platform</vt:lpstr>
      <vt:lpstr>Implementing security and protection in data cycle</vt:lpstr>
      <vt:lpstr>Unity Catalog</vt:lpstr>
      <vt:lpstr>Long Term Benefits</vt:lpstr>
      <vt:lpstr>Appendix</vt:lpstr>
      <vt:lpstr>NDP High Level Architecture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Patrice Wilson-Solomon</dc:creator>
  <cp:lastModifiedBy>Vansh Verma</cp:lastModifiedBy>
  <cp:revision>2</cp:revision>
  <dcterms:created xsi:type="dcterms:W3CDTF">2025-10-21T13:08:59Z</dcterms:created>
  <dcterms:modified xsi:type="dcterms:W3CDTF">2026-08-19T13:15:23Z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0x0101002C3DD2FED724AE468D482B9B39768FCF</vt:lpwstr>
  </property>
</Properties>
</file>